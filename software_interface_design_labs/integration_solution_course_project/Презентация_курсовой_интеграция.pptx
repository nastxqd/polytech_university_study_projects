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e370cf0a044218" /><Relationship Type="http://schemas.openxmlformats.org/officeDocument/2006/relationships/extended-properties" Target="/docProps/app.xml" Id="R210deb9403f04c9b" /><Relationship Type="http://schemas.openxmlformats.org/officeDocument/2006/relationships/officeDocument" Target="/ppt/presentation.xml" Id="R9cbe16c0a9c343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18d8d747b49b8"/>
  </p:sldMasterIdLst>
  <p:notesMasterIdLst>
    <p:notesMasterId xmlns:r="http://schemas.openxmlformats.org/officeDocument/2006/relationships" r:id="R694cf664191a4eb0"/>
  </p:notesMasterIdLst>
  <p:sldIdLst>
    <p:sldId xmlns:r="http://schemas.openxmlformats.org/officeDocument/2006/relationships" id="256" r:id="R41ed715ec572441f"/>
    <p:sldId xmlns:r="http://schemas.openxmlformats.org/officeDocument/2006/relationships" id="257" r:id="R5842cac1a3624d24"/>
    <p:sldId xmlns:r="http://schemas.openxmlformats.org/officeDocument/2006/relationships" id="258" r:id="R4234df2c452e4701"/>
    <p:sldId xmlns:r="http://schemas.openxmlformats.org/officeDocument/2006/relationships" id="259" r:id="Rc6258afbdb7e460f"/>
    <p:sldId xmlns:r="http://schemas.openxmlformats.org/officeDocument/2006/relationships" id="260" r:id="Rc1d85cb5a4f44d07"/>
    <p:sldId xmlns:r="http://schemas.openxmlformats.org/officeDocument/2006/relationships" id="261" r:id="R17b6af5544a34c97"/>
    <p:sldId xmlns:r="http://schemas.openxmlformats.org/officeDocument/2006/relationships" id="262" r:id="R6980af463bae4c60"/>
    <p:sldId xmlns:r="http://schemas.openxmlformats.org/officeDocument/2006/relationships" id="263" r:id="R26fe2d85166e4357"/>
    <p:sldId xmlns:r="http://schemas.openxmlformats.org/officeDocument/2006/relationships" id="264" r:id="Rf2cece6985f547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4ca00c2a624974" /><Relationship Type="http://schemas.openxmlformats.org/officeDocument/2006/relationships/slideMaster" Target="/ppt/slideMasters/slideMaster1.xml" Id="R98418d8d747b49b8" /><Relationship Type="http://schemas.openxmlformats.org/officeDocument/2006/relationships/notesMaster" Target="/ppt/notesMasters/notesMaster1.xml" Id="R694cf664191a4eb0" /><Relationship Type="http://schemas.openxmlformats.org/officeDocument/2006/relationships/presProps" Target="/ppt/presProps.xml" Id="R9f264baf336542b1" /><Relationship Type="http://schemas.openxmlformats.org/officeDocument/2006/relationships/tableStyles" Target="/ppt/tableStyles.xml" Id="Rfafae35b110346e4" /><Relationship Type="http://schemas.openxmlformats.org/officeDocument/2006/relationships/slide" Target="/ppt/slides/slide1.xml" Id="R41ed715ec572441f" /><Relationship Type="http://schemas.openxmlformats.org/officeDocument/2006/relationships/slide" Target="/ppt/slides/slide2.xml" Id="R5842cac1a3624d24" /><Relationship Type="http://schemas.openxmlformats.org/officeDocument/2006/relationships/slide" Target="/ppt/slides/slide3.xml" Id="R4234df2c452e4701" /><Relationship Type="http://schemas.openxmlformats.org/officeDocument/2006/relationships/slide" Target="/ppt/slides/slide4.xml" Id="Rc6258afbdb7e460f" /><Relationship Type="http://schemas.openxmlformats.org/officeDocument/2006/relationships/slide" Target="/ppt/slides/slide5.xml" Id="Rc1d85cb5a4f44d07" /><Relationship Type="http://schemas.openxmlformats.org/officeDocument/2006/relationships/slide" Target="/ppt/slides/slide6.xml" Id="R17b6af5544a34c97" /><Relationship Type="http://schemas.openxmlformats.org/officeDocument/2006/relationships/slide" Target="/ppt/slides/slide7.xml" Id="R6980af463bae4c60" /><Relationship Type="http://schemas.openxmlformats.org/officeDocument/2006/relationships/slide" Target="/ppt/slides/slide8.xml" Id="R26fe2d85166e4357" /><Relationship Type="http://schemas.openxmlformats.org/officeDocument/2006/relationships/slide" Target="/ppt/slides/slide9.xml" Id="Rf2cece6985f5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a5bacb67324f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3959081a504ca6" /><Relationship Type="http://schemas.openxmlformats.org/officeDocument/2006/relationships/notesMaster" Target="/ppt/notesMasters/notesMaster1.xml" Id="R04c6ef1c752f45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a27a89db6f42a3" /><Relationship Type="http://schemas.openxmlformats.org/officeDocument/2006/relationships/notesMaster" Target="/ppt/notesMasters/notesMaster1.xml" Id="Rfe614b39f76644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71b45130a34897" /><Relationship Type="http://schemas.openxmlformats.org/officeDocument/2006/relationships/notesMaster" Target="/ppt/notesMasters/notesMaster1.xml" Id="R628f8726641a4a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c5ea2e90d0464d" /><Relationship Type="http://schemas.openxmlformats.org/officeDocument/2006/relationships/notesMaster" Target="/ppt/notesMasters/notesMaster1.xml" Id="R0d74cb1e10a246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09476bcc3148d0" /><Relationship Type="http://schemas.openxmlformats.org/officeDocument/2006/relationships/notesMaster" Target="/ppt/notesMasters/notesMaster1.xml" Id="R5147c46fdfb344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0f62a98b054d38" /><Relationship Type="http://schemas.openxmlformats.org/officeDocument/2006/relationships/notesMaster" Target="/ppt/notesMasters/notesMaster1.xml" Id="R92b751e54c0d47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8b010208d4ab3" /><Relationship Type="http://schemas.openxmlformats.org/officeDocument/2006/relationships/notesMaster" Target="/ppt/notesMasters/notesMaster1.xml" Id="R615e8b9284df40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455255624b4849" /><Relationship Type="http://schemas.openxmlformats.org/officeDocument/2006/relationships/notesMaster" Target="/ppt/notesMasters/notesMaster1.xml" Id="R29d4a5df86c248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2e7c54f6f044d7" /><Relationship Type="http://schemas.openxmlformats.org/officeDocument/2006/relationships/notesMaster" Target="/ppt/notesMasters/notesMaster1.xml" Id="R1824a43e6f33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Название организации, ФИО студента и руководителя оставлены полями для заполнения.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Предметная область выбрана как учебный сценарий. Названия, цены и остатки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Исходное задание требует спроектировать контракты, последовательность, исключения, прототип и тестирование.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Выбран гибрид: синхронная команда оформления и событийная публикация подтверждённого заказа. AsyncAPI описывает message-driven API: https://www.asyncapi.com/docs/reference/specification/v3.0.0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оформления синхронно проверяет склад и авторизует платеж. При успехе заказ и outbox-событие фиксируются одной локальной транзакцией, затем брокер доставляет событие CRM. При отказе платежа интеграционный сервис отменяет заказ и освобождает резерв.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Схемы событий представлены в JSON Schema Draft 2020-12; каналы и сообщения заданы в AsyncAPI 3.0.0: https://www.asyncapi.com/docs/reference/specification/v3.0.0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Transactional outbox обеспечивает атомарное сохранение состояния и сообщения в пределах локальной базы; межсистемной общей транзакции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Проверки выполнены командой python -m unittest -v в папке prototype: четыре проверки доменной логики и три HTTP/JSON проверки. Конкурентная нагрузка, безопасность и производительность не оценивались.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Ограничения отражены в записке: производительность и экономическая эффективность не измерялись, поскольку нет целевых параметров и исходных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b9e11e51243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4768665a246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e20fdffec40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9f2a2ec1c43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2cd34153445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88ea3081349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7CC9BE-E7B1-48CE-A406-6D64B6C822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85F585-78AE-43F9-B1C7-3BF4426D3B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71C7E9-D8F9-454D-A4EE-2D81EB231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0FA955-C684-4913-953F-F31A3C413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82F865-1298-4524-A4E0-433C7B4C88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728CF7-59F0-4161-8072-6C8172EE4C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E5604A-22FE-41EA-AF75-69A7A505E6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0FB6B3-43AF-427B-B545-5F688125E5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AFF464-DBE0-4B3C-9ED0-33E391A32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A8AAFE-279B-4645-929C-F23E626A3F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f3f68e8d704f4b" /><Relationship Type="http://schemas.openxmlformats.org/officeDocument/2006/relationships/slideLayout" Target="/ppt/slideLayouts/slideLayout1.xml" Id="Rb9ccb54c33ee4431" /><Relationship Type="http://schemas.openxmlformats.org/officeDocument/2006/relationships/slideLayout" Target="/ppt/slideLayouts/slideLayout2.xml" Id="R0f8f5aa860fd43fe" /><Relationship Type="http://schemas.openxmlformats.org/officeDocument/2006/relationships/slideLayout" Target="/ppt/slideLayouts/slideLayout3.xml" Id="R806c03c9eb6641a8" /><Relationship Type="http://schemas.openxmlformats.org/officeDocument/2006/relationships/slideLayout" Target="/ppt/slideLayouts/slideLayout4.xml" Id="R5f197959fde544c0" /><Relationship Type="http://schemas.openxmlformats.org/officeDocument/2006/relationships/slideLayout" Target="/ppt/slideLayouts/slideLayout5.xml" Id="R9c92e8f982884be6" /><Relationship Type="http://schemas.openxmlformats.org/officeDocument/2006/relationships/slideLayout" Target="/ppt/slideLayouts/slideLayout6.xml" Id="R9c789e0e281d40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cb54c33ee4431"/>
    <p:sldLayoutId xmlns:r="http://schemas.openxmlformats.org/officeDocument/2006/relationships" id="2147483650" r:id="R0f8f5aa860fd43fe"/>
    <p:sldLayoutId xmlns:r="http://schemas.openxmlformats.org/officeDocument/2006/relationships" id="2147483651" r:id="R806c03c9eb6641a8"/>
    <p:sldLayoutId xmlns:r="http://schemas.openxmlformats.org/officeDocument/2006/relationships" id="2147483652" r:id="R5f197959fde544c0"/>
    <p:sldLayoutId xmlns:r="http://schemas.openxmlformats.org/officeDocument/2006/relationships" id="2147483653" r:id="R9c92e8f982884be6"/>
    <p:sldLayoutId xmlns:r="http://schemas.openxmlformats.org/officeDocument/2006/relationships" id="2147483654" r:id="R9c789e0e281d40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b61f7a6014c0a" /><Relationship Type="http://schemas.openxmlformats.org/officeDocument/2006/relationships/notesSlide" Target="/ppt/notesSlides/notesSlide1.xml" Id="R10a12e7fdfc445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d5b444f994724" /><Relationship Type="http://schemas.openxmlformats.org/officeDocument/2006/relationships/notesSlide" Target="/ppt/notesSlides/notesSlide2.xml" Id="R3543737e0fc04c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812a43c8243ce" /><Relationship Type="http://schemas.openxmlformats.org/officeDocument/2006/relationships/notesSlide" Target="/ppt/notesSlides/notesSlide3.xml" Id="Rf045402d4be14c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440785f54426d" /><Relationship Type="http://schemas.openxmlformats.org/officeDocument/2006/relationships/notesSlide" Target="/ppt/notesSlides/notesSlide4.xml" Id="R5c173549cced43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3e993582c4cd9" /><Relationship Type="http://schemas.openxmlformats.org/officeDocument/2006/relationships/notesSlide" Target="/ppt/notesSlides/notesSlide5.xml" Id="Rd8821c0de51c4e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bb6cd344e490c" /><Relationship Type="http://schemas.openxmlformats.org/officeDocument/2006/relationships/notesSlide" Target="/ppt/notesSlides/notesSlide6.xml" Id="R1ca33acf6a374d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c9d0e57ed4b49" /><Relationship Type="http://schemas.openxmlformats.org/officeDocument/2006/relationships/notesSlide" Target="/ppt/notesSlides/notesSlide7.xml" Id="R19f4ea34a0394b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d2875a4ba4c55" /><Relationship Type="http://schemas.openxmlformats.org/officeDocument/2006/relationships/notesSlide" Target="/ppt/notesSlides/notesSlide8.xml" Id="R7b36b6cd00914b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dd76005294630" /><Relationship Type="http://schemas.openxmlformats.org/officeDocument/2006/relationships/notesSlide" Target="/ppt/notesSlides/notesSlide9.xml" Id="R67087ef1582d46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03294CEB-EC63-42D3-A7DA-7EEEEFBF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B8D7E3"/>
                </a:solidFill>
              </a:defRPr>
            </a:defPPr>
            <a:lvl1pPr algn="l">
              <a:defRPr sz="1500" b="1">
                <a:solidFill>
                  <a:srgbClr val="B8D7E3"/>
                </a:solidFill>
              </a:defRPr>
            </a:lvl1pPr>
            <a:lvl2pPr algn="l">
              <a:defRPr sz="1500" b="1">
                <a:solidFill>
                  <a:srgbClr val="B8D7E3"/>
                </a:solidFill>
              </a:defRPr>
            </a:lvl2pPr>
            <a:lvl3pPr algn="l">
              <a:defRPr sz="1500" b="1">
                <a:solidFill>
                  <a:srgbClr val="B8D7E3"/>
                </a:solidFill>
              </a:defRPr>
            </a:lvl3pPr>
            <a:lvl4pPr algn="l">
              <a:defRPr sz="1500" b="1">
                <a:solidFill>
                  <a:srgbClr val="B8D7E3"/>
                </a:solidFill>
              </a:defRPr>
            </a:lvl4pPr>
            <a:lvl5pPr algn="l">
              <a:defRPr sz="1500" b="1">
                <a:solidFill>
                  <a:srgbClr val="B8D7E3"/>
                </a:solidFill>
              </a:defRPr>
            </a:lvl5pPr>
            <a:lvl6pPr algn="l">
              <a:defRPr sz="1500" b="1">
                <a:solidFill>
                  <a:srgbClr val="B8D7E3"/>
                </a:solidFill>
              </a:defRPr>
            </a:lvl6pPr>
            <a:lvl7pPr algn="l">
              <a:defRPr sz="1500" b="1">
                <a:solidFill>
                  <a:srgbClr val="B8D7E3"/>
                </a:solidFill>
              </a:defRPr>
            </a:lvl7pPr>
            <a:lvl8pPr algn="l">
              <a:defRPr sz="1500" b="1">
                <a:solidFill>
                  <a:srgbClr val="B8D7E3"/>
                </a:solidFill>
              </a:defRPr>
            </a:lvl8pPr>
            <a:lvl9pPr algn="l">
              <a:defRPr sz="1500" b="1">
                <a:solidFill>
                  <a:srgbClr val="B8D7E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8D7E3"/>
                </a:solidFill>
              </a:defRPr>
            </a:pPr>
            <a:r>
              <a:rPr sz="1500" b="1">
                <a:solidFill>
                  <a:srgbClr val="B8D7E3"/>
                </a:solidFill>
              </a:rPr>
              <a:t>КУРСОВОЙ ПРОЕКТ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920E3F-3D13-42FD-8140-C198EE9A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8572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</a:defRPr>
            </a:defPPr>
            <a:lvl1pPr algn="l">
              <a:defRPr sz="4350" b="1">
                <a:solidFill>
                  <a:srgbClr val="FFFFFF"/>
                </a:solidFill>
              </a:defRPr>
            </a:lvl1pPr>
            <a:lvl2pPr algn="l">
              <a:defRPr sz="4350" b="1">
                <a:solidFill>
                  <a:srgbClr val="FFFFFF"/>
                </a:solidFill>
              </a:defRPr>
            </a:lvl2pPr>
            <a:lvl3pPr algn="l">
              <a:defRPr sz="4350" b="1">
                <a:solidFill>
                  <a:srgbClr val="FFFFFF"/>
                </a:solidFill>
              </a:defRPr>
            </a:lvl3pPr>
            <a:lvl4pPr algn="l">
              <a:defRPr sz="4350" b="1">
                <a:solidFill>
                  <a:srgbClr val="FFFFFF"/>
                </a:solidFill>
              </a:defRPr>
            </a:lvl4pPr>
            <a:lvl5pPr algn="l">
              <a:defRPr sz="4350" b="1">
                <a:solidFill>
                  <a:srgbClr val="FFFFFF"/>
                </a:solidFill>
              </a:defRPr>
            </a:lvl5pPr>
            <a:lvl6pPr algn="l">
              <a:defRPr sz="4350" b="1">
                <a:solidFill>
                  <a:srgbClr val="FFFFFF"/>
                </a:solidFill>
              </a:defRPr>
            </a:lvl6pPr>
            <a:lvl7pPr algn="l">
              <a:defRPr sz="4350" b="1">
                <a:solidFill>
                  <a:srgbClr val="FFFFFF"/>
                </a:solidFill>
              </a:defRPr>
            </a:lvl7pPr>
            <a:lvl8pPr algn="l">
              <a:defRPr sz="4350" b="1">
                <a:solidFill>
                  <a:srgbClr val="FFFFFF"/>
                </a:solidFill>
              </a:defRPr>
            </a:lvl8pPr>
            <a:lvl9pPr algn="l"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Интеграция систем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интернет-магазина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61B3571-14C8-4E5D-B658-83624943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E1E9EF"/>
                </a:solidFill>
              </a:defRPr>
            </a:defPPr>
            <a:lvl1pPr algn="l">
              <a:defRPr sz="2100" b="0">
                <a:solidFill>
                  <a:srgbClr val="E1E9EF"/>
                </a:solidFill>
              </a:defRPr>
            </a:lvl1pPr>
            <a:lvl2pPr algn="l">
              <a:defRPr sz="2100" b="0">
                <a:solidFill>
                  <a:srgbClr val="E1E9EF"/>
                </a:solidFill>
              </a:defRPr>
            </a:lvl2pPr>
            <a:lvl3pPr algn="l">
              <a:defRPr sz="2100" b="0">
                <a:solidFill>
                  <a:srgbClr val="E1E9EF"/>
                </a:solidFill>
              </a:defRPr>
            </a:lvl3pPr>
            <a:lvl4pPr algn="l">
              <a:defRPr sz="2100" b="0">
                <a:solidFill>
                  <a:srgbClr val="E1E9EF"/>
                </a:solidFill>
              </a:defRPr>
            </a:lvl4pPr>
            <a:lvl5pPr algn="l">
              <a:defRPr sz="2100" b="0">
                <a:solidFill>
                  <a:srgbClr val="E1E9EF"/>
                </a:solidFill>
              </a:defRPr>
            </a:lvl5pPr>
            <a:lvl6pPr algn="l">
              <a:defRPr sz="2100" b="0">
                <a:solidFill>
                  <a:srgbClr val="E1E9EF"/>
                </a:solidFill>
              </a:defRPr>
            </a:lvl6pPr>
            <a:lvl7pPr algn="l">
              <a:defRPr sz="2100" b="0">
                <a:solidFill>
                  <a:srgbClr val="E1E9EF"/>
                </a:solidFill>
              </a:defRPr>
            </a:lvl7pPr>
            <a:lvl8pPr algn="l">
              <a:defRPr sz="2100" b="0">
                <a:solidFill>
                  <a:srgbClr val="E1E9EF"/>
                </a:solidFill>
              </a:defRPr>
            </a:lvl8pPr>
            <a:lvl9pPr algn="l">
              <a:defRPr sz="2100" b="0">
                <a:solidFill>
                  <a:srgbClr val="E1E9EF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E1E9EF"/>
                </a:solidFill>
              </a:defRPr>
            </a:pPr>
            <a:r>
              <a:rPr sz="2100" b="0">
                <a:solidFill>
                  <a:srgbClr val="E1E9EF"/>
                </a:solidFill>
              </a:rPr>
              <a:t>Архитектура и прототип сквозной обработки заказа</a:t>
            </a:r>
          </a:p>
        </p:txBody>
      </p:sp>
      <p:sp>
        <p:nvSpPr>
          <p:cNvPr id="4" name="student-placeholder">
            <a:extLst xmlns:a="http://schemas.openxmlformats.org/drawingml/2006/main">
              <a:ext uri="{FF2B5EF4-FFF2-40B4-BE49-F238E27FC236}">
                <a16:creationId xmlns:a16="http://schemas.microsoft.com/office/drawing/2014/main" id="{3A8EB84B-4B85-4C11-842D-5E9734B5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0DCE6"/>
                </a:solidFill>
              </a:defRPr>
            </a:defPPr>
            <a:lvl1pPr algn="l">
              <a:defRPr sz="1425" b="0">
                <a:solidFill>
                  <a:srgbClr val="D0DCE6"/>
                </a:solidFill>
              </a:defRPr>
            </a:lvl1pPr>
            <a:lvl2pPr algn="l">
              <a:defRPr sz="1425" b="0">
                <a:solidFill>
                  <a:srgbClr val="D0DCE6"/>
                </a:solidFill>
              </a:defRPr>
            </a:lvl2pPr>
            <a:lvl3pPr algn="l">
              <a:defRPr sz="1425" b="0">
                <a:solidFill>
                  <a:srgbClr val="D0DCE6"/>
                </a:solidFill>
              </a:defRPr>
            </a:lvl3pPr>
            <a:lvl4pPr algn="l">
              <a:defRPr sz="1425" b="0">
                <a:solidFill>
                  <a:srgbClr val="D0DCE6"/>
                </a:solidFill>
              </a:defRPr>
            </a:lvl4pPr>
            <a:lvl5pPr algn="l">
              <a:defRPr sz="1425" b="0">
                <a:solidFill>
                  <a:srgbClr val="D0DCE6"/>
                </a:solidFill>
              </a:defRPr>
            </a:lvl5pPr>
            <a:lvl6pPr algn="l">
              <a:defRPr sz="1425" b="0">
                <a:solidFill>
                  <a:srgbClr val="D0DCE6"/>
                </a:solidFill>
              </a:defRPr>
            </a:lvl6pPr>
            <a:lvl7pPr algn="l">
              <a:defRPr sz="1425" b="0">
                <a:solidFill>
                  <a:srgbClr val="D0DCE6"/>
                </a:solidFill>
              </a:defRPr>
            </a:lvl7pPr>
            <a:lvl8pPr algn="l">
              <a:defRPr sz="1425" b="0">
                <a:solidFill>
                  <a:srgbClr val="D0DCE6"/>
                </a:solidFill>
              </a:defRPr>
            </a:lvl8pPr>
            <a:lvl9pPr algn="l">
              <a:defRPr sz="1425" b="0">
                <a:solidFill>
                  <a:srgbClr val="D0DCE6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0DCE6"/>
                </a:solidFill>
              </a:defRPr>
            </a:pPr>
            <a:r>
              <a:rPr sz="1425" b="0">
                <a:solidFill>
                  <a:srgbClr val="D0DCE6"/>
                </a:solidFill>
              </a:rPr>
              <a:t>Выполнил(а): ФИО, группа __________</a:t>
            </a:r>
          </a:p>
        </p:txBody>
      </p:sp>
      <p:sp>
        <p:nvSpPr>
          <p:cNvPr id="5" name="term">
            <a:extLst xmlns:a="http://schemas.openxmlformats.org/drawingml/2006/main">
              <a:ext uri="{FF2B5EF4-FFF2-40B4-BE49-F238E27FC236}">
                <a16:creationId xmlns:a16="http://schemas.microsoft.com/office/drawing/2014/main" id="{1B0F72EA-8050-479B-8AA3-9269FE67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0DCE6"/>
                </a:solidFill>
              </a:defRPr>
            </a:defPPr>
            <a:lvl1pPr algn="l">
              <a:defRPr sz="1350" b="0">
                <a:solidFill>
                  <a:srgbClr val="D0DCE6"/>
                </a:solidFill>
              </a:defRPr>
            </a:lvl1pPr>
            <a:lvl2pPr algn="l">
              <a:defRPr sz="1350" b="0">
                <a:solidFill>
                  <a:srgbClr val="D0DCE6"/>
                </a:solidFill>
              </a:defRPr>
            </a:lvl2pPr>
            <a:lvl3pPr algn="l">
              <a:defRPr sz="1350" b="0">
                <a:solidFill>
                  <a:srgbClr val="D0DCE6"/>
                </a:solidFill>
              </a:defRPr>
            </a:lvl3pPr>
            <a:lvl4pPr algn="l">
              <a:defRPr sz="1350" b="0">
                <a:solidFill>
                  <a:srgbClr val="D0DCE6"/>
                </a:solidFill>
              </a:defRPr>
            </a:lvl4pPr>
            <a:lvl5pPr algn="l">
              <a:defRPr sz="1350" b="0">
                <a:solidFill>
                  <a:srgbClr val="D0DCE6"/>
                </a:solidFill>
              </a:defRPr>
            </a:lvl5pPr>
            <a:lvl6pPr algn="l">
              <a:defRPr sz="1350" b="0">
                <a:solidFill>
                  <a:srgbClr val="D0DCE6"/>
                </a:solidFill>
              </a:defRPr>
            </a:lvl6pPr>
            <a:lvl7pPr algn="l">
              <a:defRPr sz="1350" b="0">
                <a:solidFill>
                  <a:srgbClr val="D0DCE6"/>
                </a:solidFill>
              </a:defRPr>
            </a:lvl7pPr>
            <a:lvl8pPr algn="l">
              <a:defRPr sz="1350" b="0">
                <a:solidFill>
                  <a:srgbClr val="D0DCE6"/>
                </a:solidFill>
              </a:defRPr>
            </a:lvl8pPr>
            <a:lvl9pPr algn="l">
              <a:defRPr sz="1350" b="0">
                <a:solidFill>
                  <a:srgbClr val="D0DCE6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0DCE6"/>
                </a:solidFill>
              </a:defRPr>
            </a:pPr>
            <a:r>
              <a:rPr sz="1350" b="0">
                <a:solidFill>
                  <a:srgbClr val="D0DCE6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00161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835FB-6994-4AD5-BA07-879E6E31AA2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48700" y="3295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5CAAF-5366-41BA-AFAA-CD221F94059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91200" y="3295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F7EF8-5203-4F8C-923F-C8BDA6A5E52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33700" y="3295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435F57-505D-4C1D-BF7F-B5DAD5F9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Предметная область и проблема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754E9E27-D240-48B8-B83E-F0690A3F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</a:defRPr>
            </a:defPPr>
            <a:lvl1pPr algn="l">
              <a:defRPr sz="1800" b="0">
                <a:solidFill>
                  <a:srgbClr val="17212B"/>
                </a:solidFill>
              </a:defRPr>
            </a:lvl1pPr>
            <a:lvl2pPr algn="l">
              <a:defRPr sz="1800" b="0">
                <a:solidFill>
                  <a:srgbClr val="17212B"/>
                </a:solidFill>
              </a:defRPr>
            </a:lvl2pPr>
            <a:lvl3pPr algn="l">
              <a:defRPr sz="1800" b="0">
                <a:solidFill>
                  <a:srgbClr val="17212B"/>
                </a:solidFill>
              </a:defRPr>
            </a:lvl3pPr>
            <a:lvl4pPr algn="l">
              <a:defRPr sz="1800" b="0">
                <a:solidFill>
                  <a:srgbClr val="17212B"/>
                </a:solidFill>
              </a:defRPr>
            </a:lvl4pPr>
            <a:lvl5pPr algn="l">
              <a:defRPr sz="1800" b="0">
                <a:solidFill>
                  <a:srgbClr val="17212B"/>
                </a:solidFill>
              </a:defRPr>
            </a:lvl5pPr>
            <a:lvl6pPr algn="l">
              <a:defRPr sz="1800" b="0">
                <a:solidFill>
                  <a:srgbClr val="17212B"/>
                </a:solidFill>
              </a:defRPr>
            </a:lvl6pPr>
            <a:lvl7pPr algn="l">
              <a:defRPr sz="1800" b="0">
                <a:solidFill>
                  <a:srgbClr val="17212B"/>
                </a:solidFill>
              </a:defRPr>
            </a:lvl7pPr>
            <a:lvl8pPr algn="l">
              <a:defRPr sz="1800" b="0">
                <a:solidFill>
                  <a:srgbClr val="17212B"/>
                </a:solidFill>
              </a:defRPr>
            </a:lvl8pPr>
            <a:lvl9pPr algn="l">
              <a:defRPr sz="180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1E5EF7-4BB5-4B60-A466-CCC91EEA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26170"/>
                </a:solidFill>
              </a:defRPr>
            </a:defPPr>
            <a:lvl1pPr algn="r">
              <a:defRPr sz="1125" b="0">
                <a:solidFill>
                  <a:srgbClr val="526170"/>
                </a:solidFill>
              </a:defRPr>
            </a:lvl1pPr>
            <a:lvl2pPr algn="r">
              <a:defRPr sz="1125" b="0">
                <a:solidFill>
                  <a:srgbClr val="526170"/>
                </a:solidFill>
              </a:defRPr>
            </a:lvl2pPr>
            <a:lvl3pPr algn="r">
              <a:defRPr sz="1125" b="0">
                <a:solidFill>
                  <a:srgbClr val="526170"/>
                </a:solidFill>
              </a:defRPr>
            </a:lvl3pPr>
            <a:lvl4pPr algn="r">
              <a:defRPr sz="1125" b="0">
                <a:solidFill>
                  <a:srgbClr val="526170"/>
                </a:solidFill>
              </a:defRPr>
            </a:lvl4pPr>
            <a:lvl5pPr algn="r">
              <a:defRPr sz="1125" b="0">
                <a:solidFill>
                  <a:srgbClr val="526170"/>
                </a:solidFill>
              </a:defRPr>
            </a:lvl5pPr>
            <a:lvl6pPr algn="r">
              <a:defRPr sz="1125" b="0">
                <a:solidFill>
                  <a:srgbClr val="526170"/>
                </a:solidFill>
              </a:defRPr>
            </a:lvl6pPr>
            <a:lvl7pPr algn="r">
              <a:defRPr sz="1125" b="0">
                <a:solidFill>
                  <a:srgbClr val="526170"/>
                </a:solidFill>
              </a:defRPr>
            </a:lvl7pPr>
            <a:lvl8pPr algn="r">
              <a:defRPr sz="1125" b="0">
                <a:solidFill>
                  <a:srgbClr val="526170"/>
                </a:solidFill>
              </a:defRPr>
            </a:lvl8pPr>
            <a:lvl9pPr algn="r">
              <a:defRPr sz="1125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02</a:t>
            </a:r>
          </a:p>
        </p:txBody>
      </p:sp>
      <p:sp>
        <p:nvSpPr>
          <p:cNvPr id="4" name="problem">
            <a:extLst xmlns:a="http://schemas.openxmlformats.org/drawingml/2006/main">
              <a:ext uri="{FF2B5EF4-FFF2-40B4-BE49-F238E27FC236}">
                <a16:creationId xmlns:a16="http://schemas.microsoft.com/office/drawing/2014/main" id="{93D8B47C-4426-47EA-BA57-06355919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7212B"/>
                </a:solidFill>
              </a:defRPr>
            </a:defPPr>
            <a:lvl1pPr algn="l">
              <a:defRPr sz="2100" b="1">
                <a:solidFill>
                  <a:srgbClr val="17212B"/>
                </a:solidFill>
              </a:defRPr>
            </a:lvl1pPr>
            <a:lvl2pPr algn="l">
              <a:defRPr sz="2100" b="1">
                <a:solidFill>
                  <a:srgbClr val="17212B"/>
                </a:solidFill>
              </a:defRPr>
            </a:lvl2pPr>
            <a:lvl3pPr algn="l">
              <a:defRPr sz="2100" b="1">
                <a:solidFill>
                  <a:srgbClr val="17212B"/>
                </a:solidFill>
              </a:defRPr>
            </a:lvl3pPr>
            <a:lvl4pPr algn="l">
              <a:defRPr sz="2100" b="1">
                <a:solidFill>
                  <a:srgbClr val="17212B"/>
                </a:solidFill>
              </a:defRPr>
            </a:lvl4pPr>
            <a:lvl5pPr algn="l">
              <a:defRPr sz="2100" b="1">
                <a:solidFill>
                  <a:srgbClr val="17212B"/>
                </a:solidFill>
              </a:defRPr>
            </a:lvl5pPr>
            <a:lvl6pPr algn="l">
              <a:defRPr sz="2100" b="1">
                <a:solidFill>
                  <a:srgbClr val="17212B"/>
                </a:solidFill>
              </a:defRPr>
            </a:lvl6pPr>
            <a:lvl7pPr algn="l">
              <a:defRPr sz="2100" b="1">
                <a:solidFill>
                  <a:srgbClr val="17212B"/>
                </a:solidFill>
              </a:defRPr>
            </a:lvl7pPr>
            <a:lvl8pPr algn="l">
              <a:defRPr sz="2100" b="1">
                <a:solidFill>
                  <a:srgbClr val="17212B"/>
                </a:solidFill>
              </a:defRPr>
            </a:lvl8pPr>
            <a:lvl9pPr algn="l">
              <a:defRPr sz="2100" b="1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Заказ проходит через несколько систем. Ошибка на границе приводит к неверному остатку или статусу.</a:t>
            </a:r>
          </a:p>
        </p:txBody>
      </p:sp>
      <p:sp>
        <p:nvSpPr>
          <p:cNvPr id="5" name="store">
            <a:extLst xmlns:a="http://schemas.openxmlformats.org/drawingml/2006/main">
              <a:ext uri="{FF2B5EF4-FFF2-40B4-BE49-F238E27FC236}">
                <a16:creationId xmlns:a16="http://schemas.microsoft.com/office/drawing/2014/main" id="{BB8B5A14-E665-4223-9D4C-7AE4AE24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Витрина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корзина и заказ</a:t>
            </a:r>
          </a:p>
        </p:txBody>
      </p:sp>
      <p:sp>
        <p:nvSpPr>
          <p:cNvPr id="6" name="warehouse">
            <a:extLst xmlns:a="http://schemas.openxmlformats.org/drawingml/2006/main">
              <a:ext uri="{FF2B5EF4-FFF2-40B4-BE49-F238E27FC236}">
                <a16:creationId xmlns:a16="http://schemas.microsoft.com/office/drawing/2014/main" id="{3B5A3487-CB79-413D-8DA6-72401433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Склад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остаток и резерв</a:t>
            </a:r>
          </a:p>
        </p:txBody>
      </p:sp>
      <p:sp>
        <p:nvSpPr>
          <p:cNvPr id="7" name="payment">
            <a:extLst xmlns:a="http://schemas.openxmlformats.org/drawingml/2006/main">
              <a:ext uri="{FF2B5EF4-FFF2-40B4-BE49-F238E27FC236}">
                <a16:creationId xmlns:a16="http://schemas.microsoft.com/office/drawing/2014/main" id="{B43D9649-4B82-42DE-9707-D486FAEE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Оплата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авторизация</a:t>
            </a:r>
          </a:p>
        </p:txBody>
      </p:sp>
      <p:sp>
        <p:nvSpPr>
          <p:cNvPr id="8" name="crm">
            <a:extLst xmlns:a="http://schemas.openxmlformats.org/drawingml/2006/main">
              <a:ext uri="{FF2B5EF4-FFF2-40B4-BE49-F238E27FC236}">
                <a16:creationId xmlns:a16="http://schemas.microsoft.com/office/drawing/2014/main" id="{8E0D3632-066B-4EC4-BE84-CF3DD9E9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CRM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история клиента</a:t>
            </a:r>
          </a:p>
        </p:txBody>
      </p:sp>
      <p:sp>
        <p:nvSpPr>
          <p:cNvPr id="10" name="flow-label">
            <a:extLst xmlns:a="http://schemas.openxmlformats.org/drawingml/2006/main">
              <a:ext uri="{FF2B5EF4-FFF2-40B4-BE49-F238E27FC236}">
                <a16:creationId xmlns:a16="http://schemas.microsoft.com/office/drawing/2014/main" id="{EA1EC5EE-477D-4499-9A63-CD234D7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90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команда</a:t>
            </a:r>
          </a:p>
        </p:txBody>
      </p:sp>
      <p:sp>
        <p:nvSpPr>
          <p:cNvPr id="12" name="flow-label">
            <a:extLst xmlns:a="http://schemas.openxmlformats.org/drawingml/2006/main">
              <a:ext uri="{FF2B5EF4-FFF2-40B4-BE49-F238E27FC236}">
                <a16:creationId xmlns:a16="http://schemas.microsoft.com/office/drawing/2014/main" id="{EC92CE5F-2803-42AB-9DB5-580265CB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390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резерв</a:t>
            </a:r>
          </a:p>
        </p:txBody>
      </p:sp>
      <p:sp>
        <p:nvSpPr>
          <p:cNvPr id="14" name="flow-label">
            <a:extLst xmlns:a="http://schemas.openxmlformats.org/drawingml/2006/main">
              <a:ext uri="{FF2B5EF4-FFF2-40B4-BE49-F238E27FC236}">
                <a16:creationId xmlns:a16="http://schemas.microsoft.com/office/drawing/2014/main" id="{A770A4EE-52B2-4E44-99E7-CF2CED77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90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событие</a:t>
            </a:r>
          </a:p>
        </p:txBody>
      </p:sp>
      <p:sp>
        <p:nvSpPr>
          <p:cNvPr id="15" name="risk">
            <a:extLst xmlns:a="http://schemas.openxmlformats.org/drawingml/2006/main">
              <a:ext uri="{FF2B5EF4-FFF2-40B4-BE49-F238E27FC236}">
                <a16:creationId xmlns:a16="http://schemas.microsoft.com/office/drawing/2014/main" id="{599237E5-4FE6-4FE1-A4A6-1D70E4AF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59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0">
                <a:solidFill>
                  <a:srgbClr val="526170"/>
                </a:solidFill>
              </a:defRPr>
            </a:defPPr>
            <a:lvl1pPr algn="ctr">
              <a:defRPr sz="1800" b="0">
                <a:solidFill>
                  <a:srgbClr val="526170"/>
                </a:solidFill>
              </a:defRPr>
            </a:lvl1pPr>
            <a:lvl2pPr algn="ctr">
              <a:defRPr sz="1800" b="0">
                <a:solidFill>
                  <a:srgbClr val="526170"/>
                </a:solidFill>
              </a:defRPr>
            </a:lvl2pPr>
            <a:lvl3pPr algn="ctr">
              <a:defRPr sz="1800" b="0">
                <a:solidFill>
                  <a:srgbClr val="526170"/>
                </a:solidFill>
              </a:defRPr>
            </a:lvl3pPr>
            <a:lvl4pPr algn="ctr">
              <a:defRPr sz="1800" b="0">
                <a:solidFill>
                  <a:srgbClr val="526170"/>
                </a:solidFill>
              </a:defRPr>
            </a:lvl4pPr>
            <a:lvl5pPr algn="ctr">
              <a:defRPr sz="1800" b="0">
                <a:solidFill>
                  <a:srgbClr val="526170"/>
                </a:solidFill>
              </a:defRPr>
            </a:lvl5pPr>
            <a:lvl6pPr algn="ctr">
              <a:defRPr sz="1800" b="0">
                <a:solidFill>
                  <a:srgbClr val="526170"/>
                </a:solidFill>
              </a:defRPr>
            </a:lvl6pPr>
            <a:lvl7pPr algn="ctr">
              <a:defRPr sz="1800" b="0">
                <a:solidFill>
                  <a:srgbClr val="526170"/>
                </a:solidFill>
              </a:defRPr>
            </a:lvl7pPr>
            <a:lvl8pPr algn="ctr">
              <a:defRPr sz="1800" b="0">
                <a:solidFill>
                  <a:srgbClr val="526170"/>
                </a:solidFill>
              </a:defRPr>
            </a:lvl8pPr>
            <a:lvl9pPr algn="ctr">
              <a:defRPr sz="18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526170"/>
                </a:solidFill>
              </a:defRPr>
            </a:pPr>
            <a:r>
              <a:rPr sz="1800" b="0">
                <a:solidFill>
                  <a:srgbClr val="526170"/>
                </a:solidFill>
              </a:rPr>
              <a:t>Критические ветки: товара недостаточно • платеж отклонён • запрос доставлен повторно</a:t>
            </a:r>
          </a:p>
        </p:txBody>
      </p:sp>
    </p:spTree>
    <p:extLst>
      <p:ext uri="{BB962C8B-B14F-4D97-AF65-F5344CB8AC3E}">
        <p14:creationId xmlns:p14="http://schemas.microsoft.com/office/powerpoint/2010/main" val="1331525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5D5BAC-FE56-4D6A-A09E-F6C94A0A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Требования к решению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491A34C3-F07A-4A03-96BE-3353CF49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</a:defRPr>
            </a:defPPr>
            <a:lvl1pPr algn="l">
              <a:defRPr sz="1800" b="0">
                <a:solidFill>
                  <a:srgbClr val="17212B"/>
                </a:solidFill>
              </a:defRPr>
            </a:lvl1pPr>
            <a:lvl2pPr algn="l">
              <a:defRPr sz="1800" b="0">
                <a:solidFill>
                  <a:srgbClr val="17212B"/>
                </a:solidFill>
              </a:defRPr>
            </a:lvl2pPr>
            <a:lvl3pPr algn="l">
              <a:defRPr sz="1800" b="0">
                <a:solidFill>
                  <a:srgbClr val="17212B"/>
                </a:solidFill>
              </a:defRPr>
            </a:lvl3pPr>
            <a:lvl4pPr algn="l">
              <a:defRPr sz="1800" b="0">
                <a:solidFill>
                  <a:srgbClr val="17212B"/>
                </a:solidFill>
              </a:defRPr>
            </a:lvl4pPr>
            <a:lvl5pPr algn="l">
              <a:defRPr sz="1800" b="0">
                <a:solidFill>
                  <a:srgbClr val="17212B"/>
                </a:solidFill>
              </a:defRPr>
            </a:lvl5pPr>
            <a:lvl6pPr algn="l">
              <a:defRPr sz="1800" b="0">
                <a:solidFill>
                  <a:srgbClr val="17212B"/>
                </a:solidFill>
              </a:defRPr>
            </a:lvl6pPr>
            <a:lvl7pPr algn="l">
              <a:defRPr sz="1800" b="0">
                <a:solidFill>
                  <a:srgbClr val="17212B"/>
                </a:solidFill>
              </a:defRPr>
            </a:lvl7pPr>
            <a:lvl8pPr algn="l">
              <a:defRPr sz="1800" b="0">
                <a:solidFill>
                  <a:srgbClr val="17212B"/>
                </a:solidFill>
              </a:defRPr>
            </a:lvl8pPr>
            <a:lvl9pPr algn="l">
              <a:defRPr sz="180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D61D08-846C-48A2-BABD-2235C5A8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26170"/>
                </a:solidFill>
              </a:defRPr>
            </a:defPPr>
            <a:lvl1pPr algn="r">
              <a:defRPr sz="1125" b="0">
                <a:solidFill>
                  <a:srgbClr val="526170"/>
                </a:solidFill>
              </a:defRPr>
            </a:lvl1pPr>
            <a:lvl2pPr algn="r">
              <a:defRPr sz="1125" b="0">
                <a:solidFill>
                  <a:srgbClr val="526170"/>
                </a:solidFill>
              </a:defRPr>
            </a:lvl2pPr>
            <a:lvl3pPr algn="r">
              <a:defRPr sz="1125" b="0">
                <a:solidFill>
                  <a:srgbClr val="526170"/>
                </a:solidFill>
              </a:defRPr>
            </a:lvl3pPr>
            <a:lvl4pPr algn="r">
              <a:defRPr sz="1125" b="0">
                <a:solidFill>
                  <a:srgbClr val="526170"/>
                </a:solidFill>
              </a:defRPr>
            </a:lvl4pPr>
            <a:lvl5pPr algn="r">
              <a:defRPr sz="1125" b="0">
                <a:solidFill>
                  <a:srgbClr val="526170"/>
                </a:solidFill>
              </a:defRPr>
            </a:lvl5pPr>
            <a:lvl6pPr algn="r">
              <a:defRPr sz="1125" b="0">
                <a:solidFill>
                  <a:srgbClr val="526170"/>
                </a:solidFill>
              </a:defRPr>
            </a:lvl6pPr>
            <a:lvl7pPr algn="r">
              <a:defRPr sz="1125" b="0">
                <a:solidFill>
                  <a:srgbClr val="526170"/>
                </a:solidFill>
              </a:defRPr>
            </a:lvl7pPr>
            <a:lvl8pPr algn="r">
              <a:defRPr sz="1125" b="0">
                <a:solidFill>
                  <a:srgbClr val="526170"/>
                </a:solidFill>
              </a:defRPr>
            </a:lvl8pPr>
            <a:lvl9pPr algn="r">
              <a:defRPr sz="1125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03</a:t>
            </a:r>
          </a:p>
        </p:txBody>
      </p:sp>
      <p:sp>
        <p:nvSpPr>
          <p:cNvPr id="4" name="functional-title">
            <a:extLst xmlns:a="http://schemas.openxmlformats.org/drawingml/2006/main">
              <a:ext uri="{FF2B5EF4-FFF2-40B4-BE49-F238E27FC236}">
                <a16:creationId xmlns:a16="http://schemas.microsoft.com/office/drawing/2014/main" id="{F124F823-01D7-4959-9110-57681BFE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237A78"/>
                </a:solidFill>
              </a:defRPr>
            </a:defPPr>
            <a:lvl1pPr algn="l">
              <a:defRPr sz="2100" b="1">
                <a:solidFill>
                  <a:srgbClr val="237A78"/>
                </a:solidFill>
              </a:defRPr>
            </a:lvl1pPr>
            <a:lvl2pPr algn="l">
              <a:defRPr sz="2100" b="1">
                <a:solidFill>
                  <a:srgbClr val="237A78"/>
                </a:solidFill>
              </a:defRPr>
            </a:lvl2pPr>
            <a:lvl3pPr algn="l">
              <a:defRPr sz="2100" b="1">
                <a:solidFill>
                  <a:srgbClr val="237A78"/>
                </a:solidFill>
              </a:defRPr>
            </a:lvl3pPr>
            <a:lvl4pPr algn="l">
              <a:defRPr sz="2100" b="1">
                <a:solidFill>
                  <a:srgbClr val="237A78"/>
                </a:solidFill>
              </a:defRPr>
            </a:lvl4pPr>
            <a:lvl5pPr algn="l">
              <a:defRPr sz="2100" b="1">
                <a:solidFill>
                  <a:srgbClr val="237A78"/>
                </a:solidFill>
              </a:defRPr>
            </a:lvl5pPr>
            <a:lvl6pPr algn="l">
              <a:defRPr sz="2100" b="1">
                <a:solidFill>
                  <a:srgbClr val="237A78"/>
                </a:solidFill>
              </a:defRPr>
            </a:lvl6pPr>
            <a:lvl7pPr algn="l">
              <a:defRPr sz="2100" b="1">
                <a:solidFill>
                  <a:srgbClr val="237A78"/>
                </a:solidFill>
              </a:defRPr>
            </a:lvl7pPr>
            <a:lvl8pPr algn="l">
              <a:defRPr sz="2100" b="1">
                <a:solidFill>
                  <a:srgbClr val="237A78"/>
                </a:solidFill>
              </a:defRPr>
            </a:lvl8pPr>
            <a:lvl9pPr algn="l">
              <a:defRPr sz="2100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7A78"/>
                </a:solidFill>
              </a:defRPr>
            </a:pPr>
            <a:r>
              <a:rPr sz="2100" b="1">
                <a:solidFill>
                  <a:srgbClr val="237A78"/>
                </a:solidFill>
              </a:rPr>
              <a:t>Поведение заказа</a:t>
            </a:r>
          </a:p>
        </p:txBody>
      </p:sp>
      <p:sp>
        <p:nvSpPr>
          <p:cNvPr id="5" name="functional">
            <a:extLst xmlns:a="http://schemas.openxmlformats.org/drawingml/2006/main">
              <a:ext uri="{FF2B5EF4-FFF2-40B4-BE49-F238E27FC236}">
                <a16:creationId xmlns:a16="http://schemas.microsoft.com/office/drawing/2014/main" id="{53642BFA-0A28-47A3-A61D-03D6A2E7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</a:defRPr>
            </a:defPPr>
            <a:lvl1pPr algn="l">
              <a:defRPr sz="1875" b="0">
                <a:solidFill>
                  <a:srgbClr val="17212B"/>
                </a:solidFill>
              </a:defRPr>
            </a:lvl1pPr>
            <a:lvl2pPr algn="l">
              <a:defRPr sz="1875" b="0">
                <a:solidFill>
                  <a:srgbClr val="17212B"/>
                </a:solidFill>
              </a:defRPr>
            </a:lvl2pPr>
            <a:lvl3pPr algn="l">
              <a:defRPr sz="1875" b="0">
                <a:solidFill>
                  <a:srgbClr val="17212B"/>
                </a:solidFill>
              </a:defRPr>
            </a:lvl3pPr>
            <a:lvl4pPr algn="l">
              <a:defRPr sz="1875" b="0">
                <a:solidFill>
                  <a:srgbClr val="17212B"/>
                </a:solidFill>
              </a:defRPr>
            </a:lvl4pPr>
            <a:lvl5pPr algn="l">
              <a:defRPr sz="1875" b="0">
                <a:solidFill>
                  <a:srgbClr val="17212B"/>
                </a:solidFill>
              </a:defRPr>
            </a:lvl5pPr>
            <a:lvl6pPr algn="l">
              <a:defRPr sz="1875" b="0">
                <a:solidFill>
                  <a:srgbClr val="17212B"/>
                </a:solidFill>
              </a:defRPr>
            </a:lvl6pPr>
            <a:lvl7pPr algn="l">
              <a:defRPr sz="1875" b="0">
                <a:solidFill>
                  <a:srgbClr val="17212B"/>
                </a:solidFill>
              </a:defRPr>
            </a:lvl7pPr>
            <a:lvl8pPr algn="l">
              <a:defRPr sz="1875" b="0">
                <a:solidFill>
                  <a:srgbClr val="17212B"/>
                </a:solidFill>
              </a:defRPr>
            </a:lvl8pPr>
            <a:lvl9pPr algn="l">
              <a:defRPr sz="187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Проверить SKU и остаток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Зарезервировать количество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Оплатить заказ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Подтвердить либо отменить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Обновить CRM событием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Безопасно обработать повтор</a:t>
            </a:r>
          </a:p>
        </p:txBody>
      </p:sp>
      <p:sp>
        <p:nvSpPr>
          <p:cNvPr id="6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2B380138-3DE5-4B27-853A-353393C7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95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237A78"/>
                </a:solidFill>
              </a:defRPr>
            </a:defPPr>
            <a:lvl1pPr algn="l">
              <a:defRPr sz="2100" b="1">
                <a:solidFill>
                  <a:srgbClr val="237A78"/>
                </a:solidFill>
              </a:defRPr>
            </a:lvl1pPr>
            <a:lvl2pPr algn="l">
              <a:defRPr sz="2100" b="1">
                <a:solidFill>
                  <a:srgbClr val="237A78"/>
                </a:solidFill>
              </a:defRPr>
            </a:lvl2pPr>
            <a:lvl3pPr algn="l">
              <a:defRPr sz="2100" b="1">
                <a:solidFill>
                  <a:srgbClr val="237A78"/>
                </a:solidFill>
              </a:defRPr>
            </a:lvl3pPr>
            <a:lvl4pPr algn="l">
              <a:defRPr sz="2100" b="1">
                <a:solidFill>
                  <a:srgbClr val="237A78"/>
                </a:solidFill>
              </a:defRPr>
            </a:lvl4pPr>
            <a:lvl5pPr algn="l">
              <a:defRPr sz="2100" b="1">
                <a:solidFill>
                  <a:srgbClr val="237A78"/>
                </a:solidFill>
              </a:defRPr>
            </a:lvl5pPr>
            <a:lvl6pPr algn="l">
              <a:defRPr sz="2100" b="1">
                <a:solidFill>
                  <a:srgbClr val="237A78"/>
                </a:solidFill>
              </a:defRPr>
            </a:lvl6pPr>
            <a:lvl7pPr algn="l">
              <a:defRPr sz="2100" b="1">
                <a:solidFill>
                  <a:srgbClr val="237A78"/>
                </a:solidFill>
              </a:defRPr>
            </a:lvl7pPr>
            <a:lvl8pPr algn="l">
              <a:defRPr sz="2100" b="1">
                <a:solidFill>
                  <a:srgbClr val="237A78"/>
                </a:solidFill>
              </a:defRPr>
            </a:lvl8pPr>
            <a:lvl9pPr algn="l">
              <a:defRPr sz="2100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7A78"/>
                </a:solidFill>
              </a:defRPr>
            </a:pPr>
            <a:r>
              <a:rPr sz="2100" b="1">
                <a:solidFill>
                  <a:srgbClr val="237A78"/>
                </a:solidFill>
              </a:rPr>
              <a:t>Свойства обмена</a:t>
            </a:r>
          </a:p>
        </p:txBody>
      </p:sp>
      <p:sp>
        <p:nvSpPr>
          <p:cNvPr id="7" name="quality">
            <a:extLst xmlns:a="http://schemas.openxmlformats.org/drawingml/2006/main">
              <a:ext uri="{FF2B5EF4-FFF2-40B4-BE49-F238E27FC236}">
                <a16:creationId xmlns:a16="http://schemas.microsoft.com/office/drawing/2014/main" id="{D04B044C-119D-45E9-AC3D-E4AAA4EF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</a:defRPr>
            </a:defPPr>
            <a:lvl1pPr algn="l">
              <a:defRPr sz="1875" b="0">
                <a:solidFill>
                  <a:srgbClr val="17212B"/>
                </a:solidFill>
              </a:defRPr>
            </a:lvl1pPr>
            <a:lvl2pPr algn="l">
              <a:defRPr sz="1875" b="0">
                <a:solidFill>
                  <a:srgbClr val="17212B"/>
                </a:solidFill>
              </a:defRPr>
            </a:lvl2pPr>
            <a:lvl3pPr algn="l">
              <a:defRPr sz="1875" b="0">
                <a:solidFill>
                  <a:srgbClr val="17212B"/>
                </a:solidFill>
              </a:defRPr>
            </a:lvl3pPr>
            <a:lvl4pPr algn="l">
              <a:defRPr sz="1875" b="0">
                <a:solidFill>
                  <a:srgbClr val="17212B"/>
                </a:solidFill>
              </a:defRPr>
            </a:lvl4pPr>
            <a:lvl5pPr algn="l">
              <a:defRPr sz="1875" b="0">
                <a:solidFill>
                  <a:srgbClr val="17212B"/>
                </a:solidFill>
              </a:defRPr>
            </a:lvl5pPr>
            <a:lvl6pPr algn="l">
              <a:defRPr sz="1875" b="0">
                <a:solidFill>
                  <a:srgbClr val="17212B"/>
                </a:solidFill>
              </a:defRPr>
            </a:lvl6pPr>
            <a:lvl7pPr algn="l">
              <a:defRPr sz="1875" b="0">
                <a:solidFill>
                  <a:srgbClr val="17212B"/>
                </a:solidFill>
              </a:defRPr>
            </a:lvl7pPr>
            <a:lvl8pPr algn="l">
              <a:defRPr sz="1875" b="0">
                <a:solidFill>
                  <a:srgbClr val="17212B"/>
                </a:solidFill>
              </a:defRPr>
            </a:lvl8pPr>
            <a:lvl9pPr algn="l">
              <a:defRPr sz="187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Идемпотентность команды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Целостность локальной транзакции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Повторяемая доставка событий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Дедупликация у потребителя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Корреляция по orderId / eventId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• Единые коды ошибок</a:t>
            </a:r>
          </a:p>
        </p:txBody>
      </p:sp>
    </p:spTree>
    <p:extLst>
      <p:ext uri="{BB962C8B-B14F-4D97-AF65-F5344CB8AC3E}">
        <p14:creationId xmlns:p14="http://schemas.microsoft.com/office/powerpoint/2010/main" val="1407494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D31AF-C126-480F-B39D-074A6F135CC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96375" y="30718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BC57A-D736-424E-B363-8B43FD9002E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14875" y="3071813"/>
            <a:ext cx="2524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03A36-FC72-4CBB-B9A9-1561859666A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14875" y="3071813"/>
            <a:ext cx="333375" cy="1033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B2575-5B56-46CC-B6A7-E401D1DFE3B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14875" y="2438400"/>
            <a:ext cx="333375" cy="6334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368C7-DA92-4748-B623-7685B4DA316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24125" y="30718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39D221-FB37-47A8-B61A-45F35CA4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Логическая архитектура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916E8318-839A-4BCE-8B1B-B6DBE57D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</a:defRPr>
            </a:defPPr>
            <a:lvl1pPr algn="l">
              <a:defRPr sz="1800" b="0">
                <a:solidFill>
                  <a:srgbClr val="17212B"/>
                </a:solidFill>
              </a:defRPr>
            </a:lvl1pPr>
            <a:lvl2pPr algn="l">
              <a:defRPr sz="1800" b="0">
                <a:solidFill>
                  <a:srgbClr val="17212B"/>
                </a:solidFill>
              </a:defRPr>
            </a:lvl2pPr>
            <a:lvl3pPr algn="l">
              <a:defRPr sz="1800" b="0">
                <a:solidFill>
                  <a:srgbClr val="17212B"/>
                </a:solidFill>
              </a:defRPr>
            </a:lvl3pPr>
            <a:lvl4pPr algn="l">
              <a:defRPr sz="1800" b="0">
                <a:solidFill>
                  <a:srgbClr val="17212B"/>
                </a:solidFill>
              </a:defRPr>
            </a:lvl4pPr>
            <a:lvl5pPr algn="l">
              <a:defRPr sz="1800" b="0">
                <a:solidFill>
                  <a:srgbClr val="17212B"/>
                </a:solidFill>
              </a:defRPr>
            </a:lvl5pPr>
            <a:lvl6pPr algn="l">
              <a:defRPr sz="1800" b="0">
                <a:solidFill>
                  <a:srgbClr val="17212B"/>
                </a:solidFill>
              </a:defRPr>
            </a:lvl6pPr>
            <a:lvl7pPr algn="l">
              <a:defRPr sz="1800" b="0">
                <a:solidFill>
                  <a:srgbClr val="17212B"/>
                </a:solidFill>
              </a:defRPr>
            </a:lvl7pPr>
            <a:lvl8pPr algn="l">
              <a:defRPr sz="1800" b="0">
                <a:solidFill>
                  <a:srgbClr val="17212B"/>
                </a:solidFill>
              </a:defRPr>
            </a:lvl8pPr>
            <a:lvl9pPr algn="l">
              <a:defRPr sz="180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4DCB3B-54BD-4A6F-9139-26AA319E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26170"/>
                </a:solidFill>
              </a:defRPr>
            </a:defPPr>
            <a:lvl1pPr algn="r">
              <a:defRPr sz="1125" b="0">
                <a:solidFill>
                  <a:srgbClr val="526170"/>
                </a:solidFill>
              </a:defRPr>
            </a:lvl1pPr>
            <a:lvl2pPr algn="r">
              <a:defRPr sz="1125" b="0">
                <a:solidFill>
                  <a:srgbClr val="526170"/>
                </a:solidFill>
              </a:defRPr>
            </a:lvl2pPr>
            <a:lvl3pPr algn="r">
              <a:defRPr sz="1125" b="0">
                <a:solidFill>
                  <a:srgbClr val="526170"/>
                </a:solidFill>
              </a:defRPr>
            </a:lvl3pPr>
            <a:lvl4pPr algn="r">
              <a:defRPr sz="1125" b="0">
                <a:solidFill>
                  <a:srgbClr val="526170"/>
                </a:solidFill>
              </a:defRPr>
            </a:lvl4pPr>
            <a:lvl5pPr algn="r">
              <a:defRPr sz="1125" b="0">
                <a:solidFill>
                  <a:srgbClr val="526170"/>
                </a:solidFill>
              </a:defRPr>
            </a:lvl5pPr>
            <a:lvl6pPr algn="r">
              <a:defRPr sz="1125" b="0">
                <a:solidFill>
                  <a:srgbClr val="526170"/>
                </a:solidFill>
              </a:defRPr>
            </a:lvl6pPr>
            <a:lvl7pPr algn="r">
              <a:defRPr sz="1125" b="0">
                <a:solidFill>
                  <a:srgbClr val="526170"/>
                </a:solidFill>
              </a:defRPr>
            </a:lvl7pPr>
            <a:lvl8pPr algn="r">
              <a:defRPr sz="1125" b="0">
                <a:solidFill>
                  <a:srgbClr val="526170"/>
                </a:solidFill>
              </a:defRPr>
            </a:lvl8pPr>
            <a:lvl9pPr algn="r">
              <a:defRPr sz="1125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04</a:t>
            </a:r>
          </a:p>
        </p:txBody>
      </p:sp>
      <p:sp>
        <p:nvSpPr>
          <p:cNvPr id="4" name="web">
            <a:extLst xmlns:a="http://schemas.openxmlformats.org/drawingml/2006/main">
              <a:ext uri="{FF2B5EF4-FFF2-40B4-BE49-F238E27FC236}">
                <a16:creationId xmlns:a16="http://schemas.microsoft.com/office/drawing/2014/main" id="{90400E85-24B4-4882-8167-16C5F455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57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Витрина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HTTPS / JSON</a:t>
            </a:r>
          </a:p>
        </p:txBody>
      </p:sp>
      <p:sp>
        <p:nvSpPr>
          <p:cNvPr id="5" name="api">
            <a:extLst xmlns:a="http://schemas.openxmlformats.org/drawingml/2006/main">
              <a:ext uri="{FF2B5EF4-FFF2-40B4-BE49-F238E27FC236}">
                <a16:creationId xmlns:a16="http://schemas.microsoft.com/office/drawing/2014/main" id="{FDE526E7-7665-4932-B67F-A126083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57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API + заказ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валидация и оркестрация</a:t>
            </a:r>
          </a:p>
        </p:txBody>
      </p:sp>
      <p:sp>
        <p:nvSpPr>
          <p:cNvPr id="6" name="warehouse-adapter">
            <a:extLst xmlns:a="http://schemas.openxmlformats.org/drawingml/2006/main">
              <a:ext uri="{FF2B5EF4-FFF2-40B4-BE49-F238E27FC236}">
                <a16:creationId xmlns:a16="http://schemas.microsoft.com/office/drawing/2014/main" id="{0A71B80D-AAE0-4C34-819C-DA7013B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8573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Адаптер склада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остаток / резерв</a:t>
            </a:r>
          </a:p>
        </p:txBody>
      </p:sp>
      <p:sp>
        <p:nvSpPr>
          <p:cNvPr id="7" name="payment-adapter">
            <a:extLst xmlns:a="http://schemas.openxmlformats.org/drawingml/2006/main">
              <a:ext uri="{FF2B5EF4-FFF2-40B4-BE49-F238E27FC236}">
                <a16:creationId xmlns:a16="http://schemas.microsoft.com/office/drawing/2014/main" id="{A294FF0C-BFE2-4157-8EDC-50764A49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18573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Адаптер оплаты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авторизация</a:t>
            </a:r>
          </a:p>
        </p:txBody>
      </p:sp>
      <p:sp>
        <p:nvSpPr>
          <p:cNvPr id="8" name="broker">
            <a:extLst xmlns:a="http://schemas.openxmlformats.org/drawingml/2006/main">
              <a:ext uri="{FF2B5EF4-FFF2-40B4-BE49-F238E27FC236}">
                <a16:creationId xmlns:a16="http://schemas.microsoft.com/office/drawing/2014/main" id="{14097A1C-D295-47AD-AEDF-0F362D54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857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Брокер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OrderConfirmed</a:t>
            </a:r>
          </a:p>
        </p:txBody>
      </p:sp>
      <p:sp>
        <p:nvSpPr>
          <p:cNvPr id="9" name="crm-consumer">
            <a:extLst xmlns:a="http://schemas.openxmlformats.org/drawingml/2006/main">
              <a:ext uri="{FF2B5EF4-FFF2-40B4-BE49-F238E27FC236}">
                <a16:creationId xmlns:a16="http://schemas.microsoft.com/office/drawing/2014/main" id="{B6061EEF-0FD0-41E5-BB82-7814054E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8573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</a:defRPr>
            </a:defPPr>
            <a:lvl1pPr algn="ctr">
              <a:defRPr sz="1650" b="0">
                <a:solidFill>
                  <a:srgbClr val="17212B"/>
                </a:solidFill>
              </a:defRPr>
            </a:lvl1pPr>
            <a:lvl2pPr algn="ctr">
              <a:defRPr sz="1650" b="0">
                <a:solidFill>
                  <a:srgbClr val="17212B"/>
                </a:solidFill>
              </a:defRPr>
            </a:lvl2pPr>
            <a:lvl3pPr algn="ctr">
              <a:defRPr sz="1650" b="0">
                <a:solidFill>
                  <a:srgbClr val="17212B"/>
                </a:solidFill>
              </a:defRPr>
            </a:lvl3pPr>
            <a:lvl4pPr algn="ctr">
              <a:defRPr sz="1650" b="0">
                <a:solidFill>
                  <a:srgbClr val="17212B"/>
                </a:solidFill>
              </a:defRPr>
            </a:lvl4pPr>
            <a:lvl5pPr algn="ctr">
              <a:defRPr sz="1650" b="0">
                <a:solidFill>
                  <a:srgbClr val="17212B"/>
                </a:solidFill>
              </a:defRPr>
            </a:lvl5pPr>
            <a:lvl6pPr algn="ctr">
              <a:defRPr sz="1650" b="0">
                <a:solidFill>
                  <a:srgbClr val="17212B"/>
                </a:solidFill>
              </a:defRPr>
            </a:lvl6pPr>
            <a:lvl7pPr algn="ctr">
              <a:defRPr sz="1650" b="0">
                <a:solidFill>
                  <a:srgbClr val="17212B"/>
                </a:solidFill>
              </a:defRPr>
            </a:lvl7pPr>
            <a:lvl8pPr algn="ctr">
              <a:defRPr sz="1650" b="0">
                <a:solidFill>
                  <a:srgbClr val="17212B"/>
                </a:solidFill>
              </a:defRPr>
            </a:lvl8pPr>
            <a:lvl9pPr algn="ctr"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CRM consumer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inbox-дедупликация</a:t>
            </a:r>
          </a:p>
        </p:txBody>
      </p:sp>
      <p:sp>
        <p:nvSpPr>
          <p:cNvPr id="15" name="outbox-note">
            <a:extLst xmlns:a="http://schemas.openxmlformats.org/drawingml/2006/main">
              <a:ext uri="{FF2B5EF4-FFF2-40B4-BE49-F238E27FC236}">
                <a16:creationId xmlns:a16="http://schemas.microsoft.com/office/drawing/2014/main" id="{8B3004A7-2ACB-4BC3-8FF9-FCDBC715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324D"/>
                </a:solidFill>
              </a:defRPr>
            </a:defPPr>
            <a:lvl1pPr algn="ctr">
              <a:defRPr sz="1800" b="1">
                <a:solidFill>
                  <a:srgbClr val="17324D"/>
                </a:solidFill>
              </a:defRPr>
            </a:lvl1pPr>
            <a:lvl2pPr algn="ctr">
              <a:defRPr sz="1800" b="1">
                <a:solidFill>
                  <a:srgbClr val="17324D"/>
                </a:solidFill>
              </a:defRPr>
            </a:lvl2pPr>
            <a:lvl3pPr algn="ctr">
              <a:defRPr sz="1800" b="1">
                <a:solidFill>
                  <a:srgbClr val="17324D"/>
                </a:solidFill>
              </a:defRPr>
            </a:lvl3pPr>
            <a:lvl4pPr algn="ctr">
              <a:defRPr sz="1800" b="1">
                <a:solidFill>
                  <a:srgbClr val="17324D"/>
                </a:solidFill>
              </a:defRPr>
            </a:lvl4pPr>
            <a:lvl5pPr algn="ctr">
              <a:defRPr sz="1800" b="1">
                <a:solidFill>
                  <a:srgbClr val="17324D"/>
                </a:solidFill>
              </a:defRPr>
            </a:lvl5pPr>
            <a:lvl6pPr algn="ctr">
              <a:defRPr sz="1800" b="1">
                <a:solidFill>
                  <a:srgbClr val="17324D"/>
                </a:solidFill>
              </a:defRPr>
            </a:lvl6pPr>
            <a:lvl7pPr algn="ctr">
              <a:defRPr sz="1800" b="1">
                <a:solidFill>
                  <a:srgbClr val="17324D"/>
                </a:solidFill>
              </a:defRPr>
            </a:lvl7pPr>
            <a:lvl8pPr algn="ctr">
              <a:defRPr sz="1800" b="1">
                <a:solidFill>
                  <a:srgbClr val="17324D"/>
                </a:solidFill>
              </a:defRPr>
            </a:lvl8pPr>
            <a:lvl9pPr algn="ctr">
              <a:defRPr sz="18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Заказ и outbox-событие фиксируются одной транзакцией</a:t>
            </a:r>
          </a:p>
        </p:txBody>
      </p:sp>
      <p:sp>
        <p:nvSpPr>
          <p:cNvPr id="16" name="architecture-foot">
            <a:extLst xmlns:a="http://schemas.openxmlformats.org/drawingml/2006/main">
              <a:ext uri="{FF2B5EF4-FFF2-40B4-BE49-F238E27FC236}">
                <a16:creationId xmlns:a16="http://schemas.microsoft.com/office/drawing/2014/main" id="{768F8D05-33A4-497A-8914-052B6C85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526170"/>
                </a:solidFill>
              </a:defRPr>
            </a:defPPr>
            <a:lvl1pPr algn="ctr">
              <a:defRPr sz="1575" b="0">
                <a:solidFill>
                  <a:srgbClr val="526170"/>
                </a:solidFill>
              </a:defRPr>
            </a:lvl1pPr>
            <a:lvl2pPr algn="ctr">
              <a:defRPr sz="1575" b="0">
                <a:solidFill>
                  <a:srgbClr val="526170"/>
                </a:solidFill>
              </a:defRPr>
            </a:lvl2pPr>
            <a:lvl3pPr algn="ctr">
              <a:defRPr sz="1575" b="0">
                <a:solidFill>
                  <a:srgbClr val="526170"/>
                </a:solidFill>
              </a:defRPr>
            </a:lvl3pPr>
            <a:lvl4pPr algn="ctr">
              <a:defRPr sz="1575" b="0">
                <a:solidFill>
                  <a:srgbClr val="526170"/>
                </a:solidFill>
              </a:defRPr>
            </a:lvl4pPr>
            <a:lvl5pPr algn="ctr">
              <a:defRPr sz="1575" b="0">
                <a:solidFill>
                  <a:srgbClr val="526170"/>
                </a:solidFill>
              </a:defRPr>
            </a:lvl5pPr>
            <a:lvl6pPr algn="ctr">
              <a:defRPr sz="1575" b="0">
                <a:solidFill>
                  <a:srgbClr val="526170"/>
                </a:solidFill>
              </a:defRPr>
            </a:lvl6pPr>
            <a:lvl7pPr algn="ctr">
              <a:defRPr sz="1575" b="0">
                <a:solidFill>
                  <a:srgbClr val="526170"/>
                </a:solidFill>
              </a:defRPr>
            </a:lvl7pPr>
            <a:lvl8pPr algn="ctr">
              <a:defRPr sz="1575" b="0">
                <a:solidFill>
                  <a:srgbClr val="526170"/>
                </a:solidFill>
              </a:defRPr>
            </a:lvl8pPr>
            <a:lvl9pPr algn="ctr">
              <a:defRPr sz="1575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26170"/>
                </a:solidFill>
              </a:defRPr>
            </a:pPr>
            <a:r>
              <a:rPr sz="1575" b="0">
                <a:solidFill>
                  <a:srgbClr val="526170"/>
                </a:solidFill>
              </a:rPr>
              <a:t>REST отвечает за критический сценарий; события развязывают последующих потребителей.</a:t>
            </a:r>
          </a:p>
        </p:txBody>
      </p:sp>
    </p:spTree>
    <p:extLst>
      <p:ext uri="{BB962C8B-B14F-4D97-AF65-F5344CB8AC3E}">
        <p14:creationId xmlns:p14="http://schemas.microsoft.com/office/powerpoint/2010/main" val="1727164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B25143-7FDC-4864-9EE0-33D772E4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Диаграмма последовательности заказа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CCC469B5-D2C4-490D-96CE-6DC32C4A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</a:defRPr>
            </a:defPPr>
            <a:lvl1pPr algn="l">
              <a:defRPr sz="1800" b="0">
                <a:solidFill>
                  <a:srgbClr val="17212B"/>
                </a:solidFill>
              </a:defRPr>
            </a:lvl1pPr>
            <a:lvl2pPr algn="l">
              <a:defRPr sz="1800" b="0">
                <a:solidFill>
                  <a:srgbClr val="17212B"/>
                </a:solidFill>
              </a:defRPr>
            </a:lvl2pPr>
            <a:lvl3pPr algn="l">
              <a:defRPr sz="1800" b="0">
                <a:solidFill>
                  <a:srgbClr val="17212B"/>
                </a:solidFill>
              </a:defRPr>
            </a:lvl3pPr>
            <a:lvl4pPr algn="l">
              <a:defRPr sz="1800" b="0">
                <a:solidFill>
                  <a:srgbClr val="17212B"/>
                </a:solidFill>
              </a:defRPr>
            </a:lvl4pPr>
            <a:lvl5pPr algn="l">
              <a:defRPr sz="1800" b="0">
                <a:solidFill>
                  <a:srgbClr val="17212B"/>
                </a:solidFill>
              </a:defRPr>
            </a:lvl5pPr>
            <a:lvl6pPr algn="l">
              <a:defRPr sz="1800" b="0">
                <a:solidFill>
                  <a:srgbClr val="17212B"/>
                </a:solidFill>
              </a:defRPr>
            </a:lvl6pPr>
            <a:lvl7pPr algn="l">
              <a:defRPr sz="1800" b="0">
                <a:solidFill>
                  <a:srgbClr val="17212B"/>
                </a:solidFill>
              </a:defRPr>
            </a:lvl7pPr>
            <a:lvl8pPr algn="l">
              <a:defRPr sz="1800" b="0">
                <a:solidFill>
                  <a:srgbClr val="17212B"/>
                </a:solidFill>
              </a:defRPr>
            </a:lvl8pPr>
            <a:lvl9pPr algn="l">
              <a:defRPr sz="180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1567A2-EB44-4676-AE99-8278A61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26170"/>
                </a:solidFill>
              </a:defRPr>
            </a:defPPr>
            <a:lvl1pPr algn="r">
              <a:defRPr sz="1125" b="0">
                <a:solidFill>
                  <a:srgbClr val="526170"/>
                </a:solidFill>
              </a:defRPr>
            </a:lvl1pPr>
            <a:lvl2pPr algn="r">
              <a:defRPr sz="1125" b="0">
                <a:solidFill>
                  <a:srgbClr val="526170"/>
                </a:solidFill>
              </a:defRPr>
            </a:lvl2pPr>
            <a:lvl3pPr algn="r">
              <a:defRPr sz="1125" b="0">
                <a:solidFill>
                  <a:srgbClr val="526170"/>
                </a:solidFill>
              </a:defRPr>
            </a:lvl3pPr>
            <a:lvl4pPr algn="r">
              <a:defRPr sz="1125" b="0">
                <a:solidFill>
                  <a:srgbClr val="526170"/>
                </a:solidFill>
              </a:defRPr>
            </a:lvl4pPr>
            <a:lvl5pPr algn="r">
              <a:defRPr sz="1125" b="0">
                <a:solidFill>
                  <a:srgbClr val="526170"/>
                </a:solidFill>
              </a:defRPr>
            </a:lvl5pPr>
            <a:lvl6pPr algn="r">
              <a:defRPr sz="1125" b="0">
                <a:solidFill>
                  <a:srgbClr val="526170"/>
                </a:solidFill>
              </a:defRPr>
            </a:lvl6pPr>
            <a:lvl7pPr algn="r">
              <a:defRPr sz="1125" b="0">
                <a:solidFill>
                  <a:srgbClr val="526170"/>
                </a:solidFill>
              </a:defRPr>
            </a:lvl7pPr>
            <a:lvl8pPr algn="r">
              <a:defRPr sz="1125" b="0">
                <a:solidFill>
                  <a:srgbClr val="526170"/>
                </a:solidFill>
              </a:defRPr>
            </a:lvl8pPr>
            <a:lvl9pPr algn="r">
              <a:defRPr sz="1125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05</a:t>
            </a:r>
          </a:p>
        </p:txBody>
      </p:sp>
      <p:sp>
        <p:nvSpPr>
          <p:cNvPr id="4" name="lane-Клиент">
            <a:extLst xmlns:a="http://schemas.openxmlformats.org/drawingml/2006/main">
              <a:ext uri="{FF2B5EF4-FFF2-40B4-BE49-F238E27FC236}">
                <a16:creationId xmlns:a16="http://schemas.microsoft.com/office/drawing/2014/main" id="{8EAAA730-FB82-410C-9CCE-7F695FD8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7212B"/>
                </a:solidFill>
              </a:defRPr>
            </a:defPPr>
            <a:lvl1pPr algn="ctr">
              <a:defRPr sz="1350" b="0">
                <a:solidFill>
                  <a:srgbClr val="17212B"/>
                </a:solidFill>
              </a:defRPr>
            </a:lvl1pPr>
            <a:lvl2pPr algn="ctr">
              <a:defRPr sz="1350" b="0">
                <a:solidFill>
                  <a:srgbClr val="17212B"/>
                </a:solidFill>
              </a:defRPr>
            </a:lvl2pPr>
            <a:lvl3pPr algn="ctr">
              <a:defRPr sz="1350" b="0">
                <a:solidFill>
                  <a:srgbClr val="17212B"/>
                </a:solidFill>
              </a:defRPr>
            </a:lvl3pPr>
            <a:lvl4pPr algn="ctr">
              <a:defRPr sz="1350" b="0">
                <a:solidFill>
                  <a:srgbClr val="17212B"/>
                </a:solidFill>
              </a:defRPr>
            </a:lvl4pPr>
            <a:lvl5pPr algn="ctr">
              <a:defRPr sz="1350" b="0">
                <a:solidFill>
                  <a:srgbClr val="17212B"/>
                </a:solidFill>
              </a:defRPr>
            </a:lvl5pPr>
            <a:lvl6pPr algn="ctr">
              <a:defRPr sz="1350" b="0">
                <a:solidFill>
                  <a:srgbClr val="17212B"/>
                </a:solidFill>
              </a:defRPr>
            </a:lvl6pPr>
            <a:lvl7pPr algn="ctr">
              <a:defRPr sz="1350" b="0">
                <a:solidFill>
                  <a:srgbClr val="17212B"/>
                </a:solidFill>
              </a:defRPr>
            </a:lvl7pPr>
            <a:lvl8pPr algn="ctr">
              <a:defRPr sz="1350" b="0">
                <a:solidFill>
                  <a:srgbClr val="17212B"/>
                </a:solidFill>
              </a:defRPr>
            </a:lvl8pPr>
            <a:lvl9pPr algn="ctr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Клиент</a:t>
            </a:r>
          </a:p>
        </p:txBody>
      </p:sp>
      <p:sp>
        <p:nvSpPr>
          <p:cNvPr id="5" name="lifeline-Клиент">
            <a:extLst xmlns:a="http://schemas.openxmlformats.org/drawingml/2006/main">
              <a:ext uri="{FF2B5EF4-FFF2-40B4-BE49-F238E27FC236}">
                <a16:creationId xmlns:a16="http://schemas.microsoft.com/office/drawing/2014/main" id="{35F817B3-79D3-442B-947A-24938FB3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9750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CC8D2"/>
            </a:solidFill>
            <a:prstDash val="solid"/>
          </a:ln>
        </p:spPr>
      </p:sp>
      <p:sp>
        <p:nvSpPr>
          <p:cNvPr id="6" name="lane-Order Service">
            <a:extLst xmlns:a="http://schemas.openxmlformats.org/drawingml/2006/main">
              <a:ext uri="{FF2B5EF4-FFF2-40B4-BE49-F238E27FC236}">
                <a16:creationId xmlns:a16="http://schemas.microsoft.com/office/drawing/2014/main" id="{065F0ECE-E3CB-48B6-953C-C2333D7E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57300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7212B"/>
                </a:solidFill>
              </a:defRPr>
            </a:defPPr>
            <a:lvl1pPr algn="ctr">
              <a:defRPr sz="1350" b="0">
                <a:solidFill>
                  <a:srgbClr val="17212B"/>
                </a:solidFill>
              </a:defRPr>
            </a:lvl1pPr>
            <a:lvl2pPr algn="ctr">
              <a:defRPr sz="1350" b="0">
                <a:solidFill>
                  <a:srgbClr val="17212B"/>
                </a:solidFill>
              </a:defRPr>
            </a:lvl2pPr>
            <a:lvl3pPr algn="ctr">
              <a:defRPr sz="1350" b="0">
                <a:solidFill>
                  <a:srgbClr val="17212B"/>
                </a:solidFill>
              </a:defRPr>
            </a:lvl3pPr>
            <a:lvl4pPr algn="ctr">
              <a:defRPr sz="1350" b="0">
                <a:solidFill>
                  <a:srgbClr val="17212B"/>
                </a:solidFill>
              </a:defRPr>
            </a:lvl4pPr>
            <a:lvl5pPr algn="ctr">
              <a:defRPr sz="1350" b="0">
                <a:solidFill>
                  <a:srgbClr val="17212B"/>
                </a:solidFill>
              </a:defRPr>
            </a:lvl5pPr>
            <a:lvl6pPr algn="ctr">
              <a:defRPr sz="1350" b="0">
                <a:solidFill>
                  <a:srgbClr val="17212B"/>
                </a:solidFill>
              </a:defRPr>
            </a:lvl6pPr>
            <a:lvl7pPr algn="ctr">
              <a:defRPr sz="1350" b="0">
                <a:solidFill>
                  <a:srgbClr val="17212B"/>
                </a:solidFill>
              </a:defRPr>
            </a:lvl7pPr>
            <a:lvl8pPr algn="ctr">
              <a:defRPr sz="1350" b="0">
                <a:solidFill>
                  <a:srgbClr val="17212B"/>
                </a:solidFill>
              </a:defRPr>
            </a:lvl8pPr>
            <a:lvl9pPr algn="ctr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Order Service</a:t>
            </a:r>
          </a:p>
        </p:txBody>
      </p:sp>
      <p:sp>
        <p:nvSpPr>
          <p:cNvPr id="7" name="lifeline-Order Service">
            <a:extLst xmlns:a="http://schemas.openxmlformats.org/drawingml/2006/main">
              <a:ext uri="{FF2B5EF4-FFF2-40B4-BE49-F238E27FC236}">
                <a16:creationId xmlns:a16="http://schemas.microsoft.com/office/drawing/2014/main" id="{13541A2B-B52F-4A68-8FAF-D5C686F5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CC8D2"/>
            </a:solidFill>
            <a:prstDash val="solid"/>
          </a:ln>
        </p:spPr>
      </p:sp>
      <p:sp>
        <p:nvSpPr>
          <p:cNvPr id="8" name="lane-Склад">
            <a:extLst xmlns:a="http://schemas.openxmlformats.org/drawingml/2006/main">
              <a:ext uri="{FF2B5EF4-FFF2-40B4-BE49-F238E27FC236}">
                <a16:creationId xmlns:a16="http://schemas.microsoft.com/office/drawing/2014/main" id="{D3DCA5E3-E452-4F7D-AD03-C2E952B5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57300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7212B"/>
                </a:solidFill>
              </a:defRPr>
            </a:defPPr>
            <a:lvl1pPr algn="ctr">
              <a:defRPr sz="1350" b="0">
                <a:solidFill>
                  <a:srgbClr val="17212B"/>
                </a:solidFill>
              </a:defRPr>
            </a:lvl1pPr>
            <a:lvl2pPr algn="ctr">
              <a:defRPr sz="1350" b="0">
                <a:solidFill>
                  <a:srgbClr val="17212B"/>
                </a:solidFill>
              </a:defRPr>
            </a:lvl2pPr>
            <a:lvl3pPr algn="ctr">
              <a:defRPr sz="1350" b="0">
                <a:solidFill>
                  <a:srgbClr val="17212B"/>
                </a:solidFill>
              </a:defRPr>
            </a:lvl3pPr>
            <a:lvl4pPr algn="ctr">
              <a:defRPr sz="1350" b="0">
                <a:solidFill>
                  <a:srgbClr val="17212B"/>
                </a:solidFill>
              </a:defRPr>
            </a:lvl4pPr>
            <a:lvl5pPr algn="ctr">
              <a:defRPr sz="1350" b="0">
                <a:solidFill>
                  <a:srgbClr val="17212B"/>
                </a:solidFill>
              </a:defRPr>
            </a:lvl5pPr>
            <a:lvl6pPr algn="ctr">
              <a:defRPr sz="1350" b="0">
                <a:solidFill>
                  <a:srgbClr val="17212B"/>
                </a:solidFill>
              </a:defRPr>
            </a:lvl6pPr>
            <a:lvl7pPr algn="ctr">
              <a:defRPr sz="1350" b="0">
                <a:solidFill>
                  <a:srgbClr val="17212B"/>
                </a:solidFill>
              </a:defRPr>
            </a:lvl7pPr>
            <a:lvl8pPr algn="ctr">
              <a:defRPr sz="1350" b="0">
                <a:solidFill>
                  <a:srgbClr val="17212B"/>
                </a:solidFill>
              </a:defRPr>
            </a:lvl8pPr>
            <a:lvl9pPr algn="ctr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Склад</a:t>
            </a:r>
          </a:p>
        </p:txBody>
      </p:sp>
      <p:sp>
        <p:nvSpPr>
          <p:cNvPr id="9" name="lifeline-Склад">
            <a:extLst xmlns:a="http://schemas.openxmlformats.org/drawingml/2006/main">
              <a:ext uri="{FF2B5EF4-FFF2-40B4-BE49-F238E27FC236}">
                <a16:creationId xmlns:a16="http://schemas.microsoft.com/office/drawing/2014/main" id="{B927371E-47A0-4891-B00F-9C694A3B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CC8D2"/>
            </a:solidFill>
            <a:prstDash val="solid"/>
          </a:ln>
        </p:spPr>
      </p:sp>
      <p:sp>
        <p:nvSpPr>
          <p:cNvPr id="10" name="lane-Платёж">
            <a:extLst xmlns:a="http://schemas.openxmlformats.org/drawingml/2006/main">
              <a:ext uri="{FF2B5EF4-FFF2-40B4-BE49-F238E27FC236}">
                <a16:creationId xmlns:a16="http://schemas.microsoft.com/office/drawing/2014/main" id="{192B5430-C02B-45FD-B981-0FE4BA9C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7212B"/>
                </a:solidFill>
              </a:defRPr>
            </a:defPPr>
            <a:lvl1pPr algn="ctr">
              <a:defRPr sz="1350" b="0">
                <a:solidFill>
                  <a:srgbClr val="17212B"/>
                </a:solidFill>
              </a:defRPr>
            </a:lvl1pPr>
            <a:lvl2pPr algn="ctr">
              <a:defRPr sz="1350" b="0">
                <a:solidFill>
                  <a:srgbClr val="17212B"/>
                </a:solidFill>
              </a:defRPr>
            </a:lvl2pPr>
            <a:lvl3pPr algn="ctr">
              <a:defRPr sz="1350" b="0">
                <a:solidFill>
                  <a:srgbClr val="17212B"/>
                </a:solidFill>
              </a:defRPr>
            </a:lvl3pPr>
            <a:lvl4pPr algn="ctr">
              <a:defRPr sz="1350" b="0">
                <a:solidFill>
                  <a:srgbClr val="17212B"/>
                </a:solidFill>
              </a:defRPr>
            </a:lvl4pPr>
            <a:lvl5pPr algn="ctr">
              <a:defRPr sz="1350" b="0">
                <a:solidFill>
                  <a:srgbClr val="17212B"/>
                </a:solidFill>
              </a:defRPr>
            </a:lvl5pPr>
            <a:lvl6pPr algn="ctr">
              <a:defRPr sz="1350" b="0">
                <a:solidFill>
                  <a:srgbClr val="17212B"/>
                </a:solidFill>
              </a:defRPr>
            </a:lvl6pPr>
            <a:lvl7pPr algn="ctr">
              <a:defRPr sz="1350" b="0">
                <a:solidFill>
                  <a:srgbClr val="17212B"/>
                </a:solidFill>
              </a:defRPr>
            </a:lvl7pPr>
            <a:lvl8pPr algn="ctr">
              <a:defRPr sz="1350" b="0">
                <a:solidFill>
                  <a:srgbClr val="17212B"/>
                </a:solidFill>
              </a:defRPr>
            </a:lvl8pPr>
            <a:lvl9pPr algn="ctr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Платёж</a:t>
            </a:r>
          </a:p>
        </p:txBody>
      </p:sp>
      <p:sp>
        <p:nvSpPr>
          <p:cNvPr id="11" name="lifeline-Платёж">
            <a:extLst xmlns:a="http://schemas.openxmlformats.org/drawingml/2006/main">
              <a:ext uri="{FF2B5EF4-FFF2-40B4-BE49-F238E27FC236}">
                <a16:creationId xmlns:a16="http://schemas.microsoft.com/office/drawing/2014/main" id="{BC24E25E-A9AF-4E12-8F6C-0BC2F4A8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CC8D2"/>
            </a:solidFill>
            <a:prstDash val="solid"/>
          </a:ln>
        </p:spPr>
      </p:sp>
      <p:sp>
        <p:nvSpPr>
          <p:cNvPr id="12" name="lane-Брокер">
            <a:extLst xmlns:a="http://schemas.openxmlformats.org/drawingml/2006/main">
              <a:ext uri="{FF2B5EF4-FFF2-40B4-BE49-F238E27FC236}">
                <a16:creationId xmlns:a16="http://schemas.microsoft.com/office/drawing/2014/main" id="{2AC9218A-B070-46E1-893E-E1103AFF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57300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7212B"/>
                </a:solidFill>
              </a:defRPr>
            </a:defPPr>
            <a:lvl1pPr algn="ctr">
              <a:defRPr sz="1350" b="0">
                <a:solidFill>
                  <a:srgbClr val="17212B"/>
                </a:solidFill>
              </a:defRPr>
            </a:lvl1pPr>
            <a:lvl2pPr algn="ctr">
              <a:defRPr sz="1350" b="0">
                <a:solidFill>
                  <a:srgbClr val="17212B"/>
                </a:solidFill>
              </a:defRPr>
            </a:lvl2pPr>
            <a:lvl3pPr algn="ctr">
              <a:defRPr sz="1350" b="0">
                <a:solidFill>
                  <a:srgbClr val="17212B"/>
                </a:solidFill>
              </a:defRPr>
            </a:lvl3pPr>
            <a:lvl4pPr algn="ctr">
              <a:defRPr sz="1350" b="0">
                <a:solidFill>
                  <a:srgbClr val="17212B"/>
                </a:solidFill>
              </a:defRPr>
            </a:lvl4pPr>
            <a:lvl5pPr algn="ctr">
              <a:defRPr sz="1350" b="0">
                <a:solidFill>
                  <a:srgbClr val="17212B"/>
                </a:solidFill>
              </a:defRPr>
            </a:lvl5pPr>
            <a:lvl6pPr algn="ctr">
              <a:defRPr sz="1350" b="0">
                <a:solidFill>
                  <a:srgbClr val="17212B"/>
                </a:solidFill>
              </a:defRPr>
            </a:lvl6pPr>
            <a:lvl7pPr algn="ctr">
              <a:defRPr sz="1350" b="0">
                <a:solidFill>
                  <a:srgbClr val="17212B"/>
                </a:solidFill>
              </a:defRPr>
            </a:lvl7pPr>
            <a:lvl8pPr algn="ctr">
              <a:defRPr sz="1350" b="0">
                <a:solidFill>
                  <a:srgbClr val="17212B"/>
                </a:solidFill>
              </a:defRPr>
            </a:lvl8pPr>
            <a:lvl9pPr algn="ctr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Брокер</a:t>
            </a:r>
          </a:p>
        </p:txBody>
      </p:sp>
      <p:sp>
        <p:nvSpPr>
          <p:cNvPr id="13" name="lifeline-Брокер">
            <a:extLst xmlns:a="http://schemas.openxmlformats.org/drawingml/2006/main">
              <a:ext uri="{FF2B5EF4-FFF2-40B4-BE49-F238E27FC236}">
                <a16:creationId xmlns:a16="http://schemas.microsoft.com/office/drawing/2014/main" id="{C86746E5-9DFE-40F1-A07F-5A43796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CC8D2"/>
            </a:solidFill>
            <a:prstDash val="solid"/>
          </a:ln>
        </p:spPr>
      </p:sp>
      <p:sp>
        <p:nvSpPr>
          <p:cNvPr id="14" name="lane-CRM">
            <a:extLst xmlns:a="http://schemas.openxmlformats.org/drawingml/2006/main">
              <a:ext uri="{FF2B5EF4-FFF2-40B4-BE49-F238E27FC236}">
                <a16:creationId xmlns:a16="http://schemas.microsoft.com/office/drawing/2014/main" id="{B0BF05FA-F182-4F27-961E-D53AC219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257300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7212B"/>
                </a:solidFill>
              </a:defRPr>
            </a:defPPr>
            <a:lvl1pPr algn="ctr">
              <a:defRPr sz="1350" b="0">
                <a:solidFill>
                  <a:srgbClr val="17212B"/>
                </a:solidFill>
              </a:defRPr>
            </a:lvl1pPr>
            <a:lvl2pPr algn="ctr">
              <a:defRPr sz="1350" b="0">
                <a:solidFill>
                  <a:srgbClr val="17212B"/>
                </a:solidFill>
              </a:defRPr>
            </a:lvl2pPr>
            <a:lvl3pPr algn="ctr">
              <a:defRPr sz="1350" b="0">
                <a:solidFill>
                  <a:srgbClr val="17212B"/>
                </a:solidFill>
              </a:defRPr>
            </a:lvl3pPr>
            <a:lvl4pPr algn="ctr">
              <a:defRPr sz="1350" b="0">
                <a:solidFill>
                  <a:srgbClr val="17212B"/>
                </a:solidFill>
              </a:defRPr>
            </a:lvl4pPr>
            <a:lvl5pPr algn="ctr">
              <a:defRPr sz="1350" b="0">
                <a:solidFill>
                  <a:srgbClr val="17212B"/>
                </a:solidFill>
              </a:defRPr>
            </a:lvl5pPr>
            <a:lvl6pPr algn="ctr">
              <a:defRPr sz="1350" b="0">
                <a:solidFill>
                  <a:srgbClr val="17212B"/>
                </a:solidFill>
              </a:defRPr>
            </a:lvl6pPr>
            <a:lvl7pPr algn="ctr">
              <a:defRPr sz="1350" b="0">
                <a:solidFill>
                  <a:srgbClr val="17212B"/>
                </a:solidFill>
              </a:defRPr>
            </a:lvl7pPr>
            <a:lvl8pPr algn="ctr">
              <a:defRPr sz="1350" b="0">
                <a:solidFill>
                  <a:srgbClr val="17212B"/>
                </a:solidFill>
              </a:defRPr>
            </a:lvl8pPr>
            <a:lvl9pPr algn="ctr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CRM</a:t>
            </a:r>
          </a:p>
        </p:txBody>
      </p:sp>
      <p:sp>
        <p:nvSpPr>
          <p:cNvPr id="15" name="lifeline-CRM">
            <a:extLst xmlns:a="http://schemas.openxmlformats.org/drawingml/2006/main">
              <a:ext uri="{FF2B5EF4-FFF2-40B4-BE49-F238E27FC236}">
                <a16:creationId xmlns:a16="http://schemas.microsoft.com/office/drawing/2014/main" id="{AD896BA0-AFAE-459C-9292-9237B543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09750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CC8D2"/>
            </a:solidFill>
            <a:prstDash val="solid"/>
          </a:ln>
        </p:spPr>
      </p:sp>
      <p:cxnSp>
        <p:nvCxnSpPr>
          <p:cNvPr id="16" name="message-1  POST /orders">
            <a:extLst xmlns:a="http://schemas.openxmlformats.org/drawingml/2006/main">
              <a:ext uri="{FF2B5EF4-FFF2-40B4-BE49-F238E27FC236}">
                <a16:creationId xmlns:a16="http://schemas.microsoft.com/office/drawing/2014/main" id="{E30CA3DA-2946-4839-9B4F-6F47DC155386}"/>
              </a:ext>
            </a:extLst>
          </p:cNvPr>
          <p:cNvCxnSpPr/>
          <p:nvPr/>
        </p:nvCxnSpPr>
        <p:spPr>
          <a:xfrm xmlns:a="http://schemas.openxmlformats.org/drawingml/2006/main">
            <a:off x="1333500" y="22098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sp>
        <p:nvSpPr>
          <p:cNvPr id="17" name="label-1  POST /orders">
            <a:extLst xmlns:a="http://schemas.openxmlformats.org/drawingml/2006/main">
              <a:ext uri="{FF2B5EF4-FFF2-40B4-BE49-F238E27FC236}">
                <a16:creationId xmlns:a16="http://schemas.microsoft.com/office/drawing/2014/main" id="{ED6D29AF-297A-4941-9F53-B8C2F05C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1  POST /orders</a:t>
            </a:r>
          </a:p>
        </p:txBody>
      </p:sp>
      <p:cxnSp>
        <p:nvCxnSpPr>
          <p:cNvPr id="18" name="message-2  reserve(items)">
            <a:extLst xmlns:a="http://schemas.openxmlformats.org/drawingml/2006/main">
              <a:ext uri="{FF2B5EF4-FFF2-40B4-BE49-F238E27FC236}">
                <a16:creationId xmlns:a16="http://schemas.microsoft.com/office/drawing/2014/main" id="{9B90C4D8-2EEE-4645-A351-21C817A551D2}"/>
              </a:ext>
            </a:extLst>
          </p:cNvPr>
          <p:cNvCxnSpPr/>
          <p:nvPr/>
        </p:nvCxnSpPr>
        <p:spPr>
          <a:xfrm xmlns:a="http://schemas.openxmlformats.org/drawingml/2006/main">
            <a:off x="3238500" y="25908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sp>
        <p:nvSpPr>
          <p:cNvPr id="19" name="label-2  reserve(items)">
            <a:extLst xmlns:a="http://schemas.openxmlformats.org/drawingml/2006/main">
              <a:ext uri="{FF2B5EF4-FFF2-40B4-BE49-F238E27FC236}">
                <a16:creationId xmlns:a16="http://schemas.microsoft.com/office/drawing/2014/main" id="{697D23DE-CE42-451F-A5B8-E0A2432B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717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2  reserve(items)</a:t>
            </a:r>
          </a:p>
        </p:txBody>
      </p:sp>
      <p:cxnSp>
        <p:nvCxnSpPr>
          <p:cNvPr id="20" name="message-3  reserved">
            <a:extLst xmlns:a="http://schemas.openxmlformats.org/drawingml/2006/main">
              <a:ext uri="{FF2B5EF4-FFF2-40B4-BE49-F238E27FC236}">
                <a16:creationId xmlns:a16="http://schemas.microsoft.com/office/drawing/2014/main" id="{2AD32ABE-3EAB-4689-AC33-A511B7AAB3C0}"/>
              </a:ext>
            </a:extLst>
          </p:cNvPr>
          <p:cNvCxnSpPr/>
          <p:nvPr/>
        </p:nvCxnSpPr>
        <p:spPr>
          <a:xfrm xmlns:a="http://schemas.openxmlformats.org/drawingml/2006/main">
            <a:off x="3238500" y="29718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headEnd type="triangle" w="sm" len="sm"/>
          </a:ln>
        </p:spPr>
      </p:cxnSp>
      <p:sp>
        <p:nvSpPr>
          <p:cNvPr id="21" name="label-3  reserved">
            <a:extLst xmlns:a="http://schemas.openxmlformats.org/drawingml/2006/main">
              <a:ext uri="{FF2B5EF4-FFF2-40B4-BE49-F238E27FC236}">
                <a16:creationId xmlns:a16="http://schemas.microsoft.com/office/drawing/2014/main" id="{99855ADC-9C3B-4A58-BDB2-C5D4B8A8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3  reserved</a:t>
            </a:r>
          </a:p>
        </p:txBody>
      </p:sp>
      <p:cxnSp>
        <p:nvCxnSpPr>
          <p:cNvPr id="22" name="message-4  authorize(total)">
            <a:extLst xmlns:a="http://schemas.openxmlformats.org/drawingml/2006/main">
              <a:ext uri="{FF2B5EF4-FFF2-40B4-BE49-F238E27FC236}">
                <a16:creationId xmlns:a16="http://schemas.microsoft.com/office/drawing/2014/main" id="{3134A79C-E786-422A-BEBE-BE0778C21CD8}"/>
              </a:ext>
            </a:extLst>
          </p:cNvPr>
          <p:cNvCxnSpPr/>
          <p:nvPr/>
        </p:nvCxnSpPr>
        <p:spPr>
          <a:xfrm xmlns:a="http://schemas.openxmlformats.org/drawingml/2006/main">
            <a:off x="3238500" y="3352800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sp>
        <p:nvSpPr>
          <p:cNvPr id="23" name="label-4  authorize(total)">
            <a:extLst xmlns:a="http://schemas.openxmlformats.org/drawingml/2006/main">
              <a:ext uri="{FF2B5EF4-FFF2-40B4-BE49-F238E27FC236}">
                <a16:creationId xmlns:a16="http://schemas.microsoft.com/office/drawing/2014/main" id="{90036DDD-6B82-4486-AB1C-6B7109B2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337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4  authorize(total)</a:t>
            </a:r>
          </a:p>
        </p:txBody>
      </p:sp>
      <p:cxnSp>
        <p:nvCxnSpPr>
          <p:cNvPr id="24" name="message-5  approved / declined">
            <a:extLst xmlns:a="http://schemas.openxmlformats.org/drawingml/2006/main">
              <a:ext uri="{FF2B5EF4-FFF2-40B4-BE49-F238E27FC236}">
                <a16:creationId xmlns:a16="http://schemas.microsoft.com/office/drawing/2014/main" id="{57F88978-2ABF-4329-A152-76D27213CDD3}"/>
              </a:ext>
            </a:extLst>
          </p:cNvPr>
          <p:cNvCxnSpPr/>
          <p:nvPr/>
        </p:nvCxnSpPr>
        <p:spPr>
          <a:xfrm xmlns:a="http://schemas.openxmlformats.org/drawingml/2006/main">
            <a:off x="3238500" y="3733800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headEnd type="triangle" w="sm" len="sm"/>
          </a:ln>
        </p:spPr>
      </p:cxnSp>
      <p:sp>
        <p:nvSpPr>
          <p:cNvPr id="25" name="label-5  approved / declined">
            <a:extLst xmlns:a="http://schemas.openxmlformats.org/drawingml/2006/main">
              <a:ext uri="{FF2B5EF4-FFF2-40B4-BE49-F238E27FC236}">
                <a16:creationId xmlns:a16="http://schemas.microsoft.com/office/drawing/2014/main" id="{DE6C58D0-5427-41A1-BF29-B97B3F25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147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5  approved / declined</a:t>
            </a:r>
          </a:p>
        </p:txBody>
      </p:sp>
      <p:cxnSp>
        <p:nvCxnSpPr>
          <p:cNvPr id="26" name="message-6  commit + OrderConfirmed">
            <a:extLst xmlns:a="http://schemas.openxmlformats.org/drawingml/2006/main">
              <a:ext uri="{FF2B5EF4-FFF2-40B4-BE49-F238E27FC236}">
                <a16:creationId xmlns:a16="http://schemas.microsoft.com/office/drawing/2014/main" id="{D4DAA112-EF04-46A4-BCA6-B098AA8E504B}"/>
              </a:ext>
            </a:extLst>
          </p:cNvPr>
          <p:cNvCxnSpPr/>
          <p:nvPr/>
        </p:nvCxnSpPr>
        <p:spPr>
          <a:xfrm xmlns:a="http://schemas.openxmlformats.org/drawingml/2006/main">
            <a:off x="3238500" y="4286250"/>
            <a:ext cx="571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sp>
        <p:nvSpPr>
          <p:cNvPr id="27" name="label-6  commit + OrderConfirmed">
            <a:extLst xmlns:a="http://schemas.openxmlformats.org/drawingml/2006/main">
              <a:ext uri="{FF2B5EF4-FFF2-40B4-BE49-F238E27FC236}">
                <a16:creationId xmlns:a16="http://schemas.microsoft.com/office/drawing/2014/main" id="{4C816FEA-88FA-4D57-BF00-48AA26AA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671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6  commit + OrderConfirmed</a:t>
            </a:r>
          </a:p>
        </p:txBody>
      </p:sp>
      <p:cxnSp>
        <p:nvCxnSpPr>
          <p:cNvPr id="28" name="message-7  deliver event">
            <a:extLst xmlns:a="http://schemas.openxmlformats.org/drawingml/2006/main">
              <a:ext uri="{FF2B5EF4-FFF2-40B4-BE49-F238E27FC236}">
                <a16:creationId xmlns:a16="http://schemas.microsoft.com/office/drawing/2014/main" id="{AD11DB9A-FDEF-4FB3-BBDE-EF5C3DAB05E9}"/>
              </a:ext>
            </a:extLst>
          </p:cNvPr>
          <p:cNvCxnSpPr/>
          <p:nvPr/>
        </p:nvCxnSpPr>
        <p:spPr>
          <a:xfrm xmlns:a="http://schemas.openxmlformats.org/drawingml/2006/main">
            <a:off x="8953500" y="46672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tailEnd type="triangle" w="sm" len="sm"/>
          </a:ln>
        </p:spPr>
      </p:cxnSp>
      <p:sp>
        <p:nvSpPr>
          <p:cNvPr id="29" name="label-7  deliver event">
            <a:extLst xmlns:a="http://schemas.openxmlformats.org/drawingml/2006/main">
              <a:ext uri="{FF2B5EF4-FFF2-40B4-BE49-F238E27FC236}">
                <a16:creationId xmlns:a16="http://schemas.microsoft.com/office/drawing/2014/main" id="{8A0AF2C3-AB00-4EFC-A9B4-9B657938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481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7  deliver event</a:t>
            </a:r>
          </a:p>
        </p:txBody>
      </p:sp>
      <p:cxnSp>
        <p:nvCxnSpPr>
          <p:cNvPr id="30" name="message-8  ack">
            <a:extLst xmlns:a="http://schemas.openxmlformats.org/drawingml/2006/main">
              <a:ext uri="{FF2B5EF4-FFF2-40B4-BE49-F238E27FC236}">
                <a16:creationId xmlns:a16="http://schemas.microsoft.com/office/drawing/2014/main" id="{1A9ED1C5-F36A-4DB9-A5A6-79EAE67B9848}"/>
              </a:ext>
            </a:extLst>
          </p:cNvPr>
          <p:cNvCxnSpPr/>
          <p:nvPr/>
        </p:nvCxnSpPr>
        <p:spPr>
          <a:xfrm xmlns:a="http://schemas.openxmlformats.org/drawingml/2006/main">
            <a:off x="8953500" y="50482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78"/>
            </a:solidFill>
            <a:prstDash val="solid"/>
            <a:headEnd type="triangle" w="sm" len="sm"/>
          </a:ln>
        </p:spPr>
      </p:cxnSp>
      <p:sp>
        <p:nvSpPr>
          <p:cNvPr id="31" name="label-8  ack">
            <a:extLst xmlns:a="http://schemas.openxmlformats.org/drawingml/2006/main">
              <a:ext uri="{FF2B5EF4-FFF2-40B4-BE49-F238E27FC236}">
                <a16:creationId xmlns:a16="http://schemas.microsoft.com/office/drawing/2014/main" id="{B8ED14BC-7665-497A-90D4-1200FD83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70"/>
                </a:solidFill>
              </a:defRPr>
            </a:defPPr>
            <a:lvl1pPr algn="ctr">
              <a:defRPr sz="1200" b="0">
                <a:solidFill>
                  <a:srgbClr val="526170"/>
                </a:solidFill>
              </a:defRPr>
            </a:lvl1pPr>
            <a:lvl2pPr algn="ctr">
              <a:defRPr sz="1200" b="0">
                <a:solidFill>
                  <a:srgbClr val="526170"/>
                </a:solidFill>
              </a:defRPr>
            </a:lvl2pPr>
            <a:lvl3pPr algn="ctr">
              <a:defRPr sz="1200" b="0">
                <a:solidFill>
                  <a:srgbClr val="526170"/>
                </a:solidFill>
              </a:defRPr>
            </a:lvl3pPr>
            <a:lvl4pPr algn="ctr">
              <a:defRPr sz="1200" b="0">
                <a:solidFill>
                  <a:srgbClr val="526170"/>
                </a:solidFill>
              </a:defRPr>
            </a:lvl4pPr>
            <a:lvl5pPr algn="ctr">
              <a:defRPr sz="1200" b="0">
                <a:solidFill>
                  <a:srgbClr val="526170"/>
                </a:solidFill>
              </a:defRPr>
            </a:lvl5pPr>
            <a:lvl6pPr algn="ctr">
              <a:defRPr sz="1200" b="0">
                <a:solidFill>
                  <a:srgbClr val="526170"/>
                </a:solidFill>
              </a:defRPr>
            </a:lvl6pPr>
            <a:lvl7pPr algn="ctr">
              <a:defRPr sz="1200" b="0">
                <a:solidFill>
                  <a:srgbClr val="526170"/>
                </a:solidFill>
              </a:defRPr>
            </a:lvl7pPr>
            <a:lvl8pPr algn="ctr">
              <a:defRPr sz="1200" b="0">
                <a:solidFill>
                  <a:srgbClr val="526170"/>
                </a:solidFill>
              </a:defRPr>
            </a:lvl8pPr>
            <a:lvl9pPr algn="ctr">
              <a:defRPr sz="120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8  ack</a:t>
            </a:r>
          </a:p>
        </p:txBody>
      </p:sp>
      <p:sp>
        <p:nvSpPr>
          <p:cNvPr id="32" name="positive-path">
            <a:extLst xmlns:a="http://schemas.openxmlformats.org/drawingml/2006/main">
              <a:ext uri="{FF2B5EF4-FFF2-40B4-BE49-F238E27FC236}">
                <a16:creationId xmlns:a16="http://schemas.microsoft.com/office/drawing/2014/main" id="{085FFD17-8EF9-44AE-83E9-D810B6F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504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37A78"/>
                </a:solidFill>
              </a:defRPr>
            </a:defPPr>
            <a:lvl1pPr algn="ctr">
              <a:defRPr sz="1425" b="1">
                <a:solidFill>
                  <a:srgbClr val="237A78"/>
                </a:solidFill>
              </a:defRPr>
            </a:lvl1pPr>
            <a:lvl2pPr algn="ctr">
              <a:defRPr sz="1425" b="1">
                <a:solidFill>
                  <a:srgbClr val="237A78"/>
                </a:solidFill>
              </a:defRPr>
            </a:lvl2pPr>
            <a:lvl3pPr algn="ctr">
              <a:defRPr sz="1425" b="1">
                <a:solidFill>
                  <a:srgbClr val="237A78"/>
                </a:solidFill>
              </a:defRPr>
            </a:lvl3pPr>
            <a:lvl4pPr algn="ctr">
              <a:defRPr sz="1425" b="1">
                <a:solidFill>
                  <a:srgbClr val="237A78"/>
                </a:solidFill>
              </a:defRPr>
            </a:lvl4pPr>
            <a:lvl5pPr algn="ctr">
              <a:defRPr sz="1425" b="1">
                <a:solidFill>
                  <a:srgbClr val="237A78"/>
                </a:solidFill>
              </a:defRPr>
            </a:lvl5pPr>
            <a:lvl6pPr algn="ctr">
              <a:defRPr sz="1425" b="1">
                <a:solidFill>
                  <a:srgbClr val="237A78"/>
                </a:solidFill>
              </a:defRPr>
            </a:lvl6pPr>
            <a:lvl7pPr algn="ctr">
              <a:defRPr sz="1425" b="1">
                <a:solidFill>
                  <a:srgbClr val="237A78"/>
                </a:solidFill>
              </a:defRPr>
            </a:lvl7pPr>
            <a:lvl8pPr algn="ctr">
              <a:defRPr sz="1425" b="1">
                <a:solidFill>
                  <a:srgbClr val="237A78"/>
                </a:solidFill>
              </a:defRPr>
            </a:lvl8pPr>
            <a:lvl9pPr algn="ctr">
              <a:defRPr sz="1425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37A78"/>
                </a:solidFill>
              </a:defRPr>
            </a:pPr>
            <a:r>
              <a:rPr sz="1425" b="1">
                <a:solidFill>
                  <a:srgbClr val="237A78"/>
                </a:solidFill>
              </a:rPr>
              <a:t>Успех: confirmed → OrderConfirmed</a:t>
            </a:r>
          </a:p>
        </p:txBody>
      </p:sp>
      <p:sp>
        <p:nvSpPr>
          <p:cNvPr id="33" name="negative-path">
            <a:extLst xmlns:a="http://schemas.openxmlformats.org/drawingml/2006/main">
              <a:ext uri="{FF2B5EF4-FFF2-40B4-BE49-F238E27FC236}">
                <a16:creationId xmlns:a16="http://schemas.microsoft.com/office/drawing/2014/main" id="{AB7965D4-9E05-4288-9FC2-9BF26F89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38800"/>
            <a:ext cx="504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9C3C3C"/>
                </a:solidFill>
              </a:defRPr>
            </a:defPPr>
            <a:lvl1pPr algn="ctr">
              <a:defRPr sz="1425" b="1">
                <a:solidFill>
                  <a:srgbClr val="9C3C3C"/>
                </a:solidFill>
              </a:defRPr>
            </a:lvl1pPr>
            <a:lvl2pPr algn="ctr">
              <a:defRPr sz="1425" b="1">
                <a:solidFill>
                  <a:srgbClr val="9C3C3C"/>
                </a:solidFill>
              </a:defRPr>
            </a:lvl2pPr>
            <a:lvl3pPr algn="ctr">
              <a:defRPr sz="1425" b="1">
                <a:solidFill>
                  <a:srgbClr val="9C3C3C"/>
                </a:solidFill>
              </a:defRPr>
            </a:lvl3pPr>
            <a:lvl4pPr algn="ctr">
              <a:defRPr sz="1425" b="1">
                <a:solidFill>
                  <a:srgbClr val="9C3C3C"/>
                </a:solidFill>
              </a:defRPr>
            </a:lvl4pPr>
            <a:lvl5pPr algn="ctr">
              <a:defRPr sz="1425" b="1">
                <a:solidFill>
                  <a:srgbClr val="9C3C3C"/>
                </a:solidFill>
              </a:defRPr>
            </a:lvl5pPr>
            <a:lvl6pPr algn="ctr">
              <a:defRPr sz="1425" b="1">
                <a:solidFill>
                  <a:srgbClr val="9C3C3C"/>
                </a:solidFill>
              </a:defRPr>
            </a:lvl6pPr>
            <a:lvl7pPr algn="ctr">
              <a:defRPr sz="1425" b="1">
                <a:solidFill>
                  <a:srgbClr val="9C3C3C"/>
                </a:solidFill>
              </a:defRPr>
            </a:lvl7pPr>
            <a:lvl8pPr algn="ctr">
              <a:defRPr sz="1425" b="1">
                <a:solidFill>
                  <a:srgbClr val="9C3C3C"/>
                </a:solidFill>
              </a:defRPr>
            </a:lvl8pPr>
            <a:lvl9pPr algn="ctr">
              <a:defRPr sz="1425" b="1">
                <a:solidFill>
                  <a:srgbClr val="9C3C3C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9C3C3C"/>
                </a:solidFill>
              </a:defRPr>
            </a:pPr>
            <a:r>
              <a:rPr sz="1425" b="1">
                <a:solidFill>
                  <a:srgbClr val="9C3C3C"/>
                </a:solidFill>
              </a:rPr>
              <a:t>Отказ: cancelled → снять резерв склада</a:t>
            </a:r>
          </a:p>
        </p:txBody>
      </p:sp>
    </p:spTree>
    <p:extLst>
      <p:ext uri="{BB962C8B-B14F-4D97-AF65-F5344CB8AC3E}">
        <p14:creationId xmlns:p14="http://schemas.microsoft.com/office/powerpoint/2010/main" val="1614284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E24FD6-B889-426A-BD7B-9555EB99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Контракты обмена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2C406799-D153-49EB-BF73-BF7D995A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</a:defRPr>
            </a:defPPr>
            <a:lvl1pPr algn="l">
              <a:defRPr sz="1800" b="0">
                <a:solidFill>
                  <a:srgbClr val="17212B"/>
                </a:solidFill>
              </a:defRPr>
            </a:lvl1pPr>
            <a:lvl2pPr algn="l">
              <a:defRPr sz="1800" b="0">
                <a:solidFill>
                  <a:srgbClr val="17212B"/>
                </a:solidFill>
              </a:defRPr>
            </a:lvl2pPr>
            <a:lvl3pPr algn="l">
              <a:defRPr sz="1800" b="0">
                <a:solidFill>
                  <a:srgbClr val="17212B"/>
                </a:solidFill>
              </a:defRPr>
            </a:lvl3pPr>
            <a:lvl4pPr algn="l">
              <a:defRPr sz="1800" b="0">
                <a:solidFill>
                  <a:srgbClr val="17212B"/>
                </a:solidFill>
              </a:defRPr>
            </a:lvl4pPr>
            <a:lvl5pPr algn="l">
              <a:defRPr sz="1800" b="0">
                <a:solidFill>
                  <a:srgbClr val="17212B"/>
                </a:solidFill>
              </a:defRPr>
            </a:lvl5pPr>
            <a:lvl6pPr algn="l">
              <a:defRPr sz="1800" b="0">
                <a:solidFill>
                  <a:srgbClr val="17212B"/>
                </a:solidFill>
              </a:defRPr>
            </a:lvl6pPr>
            <a:lvl7pPr algn="l">
              <a:defRPr sz="1800" b="0">
                <a:solidFill>
                  <a:srgbClr val="17212B"/>
                </a:solidFill>
              </a:defRPr>
            </a:lvl7pPr>
            <a:lvl8pPr algn="l">
              <a:defRPr sz="1800" b="0">
                <a:solidFill>
                  <a:srgbClr val="17212B"/>
                </a:solidFill>
              </a:defRPr>
            </a:lvl8pPr>
            <a:lvl9pPr algn="l">
              <a:defRPr sz="180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F9BEA5-659A-40C5-9459-D679FDAE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26170"/>
                </a:solidFill>
              </a:defRPr>
            </a:defPPr>
            <a:lvl1pPr algn="r">
              <a:defRPr sz="1125" b="0">
                <a:solidFill>
                  <a:srgbClr val="526170"/>
                </a:solidFill>
              </a:defRPr>
            </a:lvl1pPr>
            <a:lvl2pPr algn="r">
              <a:defRPr sz="1125" b="0">
                <a:solidFill>
                  <a:srgbClr val="526170"/>
                </a:solidFill>
              </a:defRPr>
            </a:lvl2pPr>
            <a:lvl3pPr algn="r">
              <a:defRPr sz="1125" b="0">
                <a:solidFill>
                  <a:srgbClr val="526170"/>
                </a:solidFill>
              </a:defRPr>
            </a:lvl3pPr>
            <a:lvl4pPr algn="r">
              <a:defRPr sz="1125" b="0">
                <a:solidFill>
                  <a:srgbClr val="526170"/>
                </a:solidFill>
              </a:defRPr>
            </a:lvl4pPr>
            <a:lvl5pPr algn="r">
              <a:defRPr sz="1125" b="0">
                <a:solidFill>
                  <a:srgbClr val="526170"/>
                </a:solidFill>
              </a:defRPr>
            </a:lvl5pPr>
            <a:lvl6pPr algn="r">
              <a:defRPr sz="1125" b="0">
                <a:solidFill>
                  <a:srgbClr val="526170"/>
                </a:solidFill>
              </a:defRPr>
            </a:lvl6pPr>
            <a:lvl7pPr algn="r">
              <a:defRPr sz="1125" b="0">
                <a:solidFill>
                  <a:srgbClr val="526170"/>
                </a:solidFill>
              </a:defRPr>
            </a:lvl7pPr>
            <a:lvl8pPr algn="r">
              <a:defRPr sz="1125" b="0">
                <a:solidFill>
                  <a:srgbClr val="526170"/>
                </a:solidFill>
              </a:defRPr>
            </a:lvl8pPr>
            <a:lvl9pPr algn="r">
              <a:defRPr sz="1125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06</a:t>
            </a:r>
          </a:p>
        </p:txBody>
      </p:sp>
      <p:sp>
        <p:nvSpPr>
          <p:cNvPr id="4" name="http-label">
            <a:extLst xmlns:a="http://schemas.openxmlformats.org/drawingml/2006/main">
              <a:ext uri="{FF2B5EF4-FFF2-40B4-BE49-F238E27FC236}">
                <a16:creationId xmlns:a16="http://schemas.microsoft.com/office/drawing/2014/main" id="{1B43056B-8124-4B33-9503-9A1272A6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237A78"/>
                </a:solidFill>
              </a:defRPr>
            </a:defPPr>
            <a:lvl1pPr algn="l">
              <a:defRPr sz="2025" b="1">
                <a:solidFill>
                  <a:srgbClr val="237A78"/>
                </a:solidFill>
              </a:defRPr>
            </a:lvl1pPr>
            <a:lvl2pPr algn="l">
              <a:defRPr sz="2025" b="1">
                <a:solidFill>
                  <a:srgbClr val="237A78"/>
                </a:solidFill>
              </a:defRPr>
            </a:lvl2pPr>
            <a:lvl3pPr algn="l">
              <a:defRPr sz="2025" b="1">
                <a:solidFill>
                  <a:srgbClr val="237A78"/>
                </a:solidFill>
              </a:defRPr>
            </a:lvl3pPr>
            <a:lvl4pPr algn="l">
              <a:defRPr sz="2025" b="1">
                <a:solidFill>
                  <a:srgbClr val="237A78"/>
                </a:solidFill>
              </a:defRPr>
            </a:lvl4pPr>
            <a:lvl5pPr algn="l">
              <a:defRPr sz="2025" b="1">
                <a:solidFill>
                  <a:srgbClr val="237A78"/>
                </a:solidFill>
              </a:defRPr>
            </a:lvl5pPr>
            <a:lvl6pPr algn="l">
              <a:defRPr sz="2025" b="1">
                <a:solidFill>
                  <a:srgbClr val="237A78"/>
                </a:solidFill>
              </a:defRPr>
            </a:lvl6pPr>
            <a:lvl7pPr algn="l">
              <a:defRPr sz="2025" b="1">
                <a:solidFill>
                  <a:srgbClr val="237A78"/>
                </a:solidFill>
              </a:defRPr>
            </a:lvl7pPr>
            <a:lvl8pPr algn="l">
              <a:defRPr sz="2025" b="1">
                <a:solidFill>
                  <a:srgbClr val="237A78"/>
                </a:solidFill>
              </a:defRPr>
            </a:lvl8pPr>
            <a:lvl9pPr algn="l">
              <a:defRPr sz="2025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37A78"/>
                </a:solidFill>
              </a:defRPr>
            </a:pPr>
            <a:r>
              <a:rPr sz="2025" b="1">
                <a:solidFill>
                  <a:srgbClr val="237A78"/>
                </a:solidFill>
              </a:rPr>
              <a:t>Команда HTTP / JSON</a:t>
            </a:r>
          </a:p>
        </p:txBody>
      </p:sp>
      <p:sp>
        <p:nvSpPr>
          <p:cNvPr id="5" name="http-json">
            <a:extLst xmlns:a="http://schemas.openxmlformats.org/drawingml/2006/main">
              <a:ext uri="{FF2B5EF4-FFF2-40B4-BE49-F238E27FC236}">
                <a16:creationId xmlns:a16="http://schemas.microsoft.com/office/drawing/2014/main" id="{F7938CB9-D069-4E82-B244-15E84A92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</a:defRPr>
            </a:defPPr>
            <a:lvl1pPr algn="l">
              <a:defRPr sz="1575" b="0">
                <a:solidFill>
                  <a:srgbClr val="17212B"/>
                </a:solidFill>
              </a:defRPr>
            </a:lvl1pPr>
            <a:lvl2pPr algn="l">
              <a:defRPr sz="1575" b="0">
                <a:solidFill>
                  <a:srgbClr val="17212B"/>
                </a:solidFill>
              </a:defRPr>
            </a:lvl2pPr>
            <a:lvl3pPr algn="l">
              <a:defRPr sz="1575" b="0">
                <a:solidFill>
                  <a:srgbClr val="17212B"/>
                </a:solidFill>
              </a:defRPr>
            </a:lvl3pPr>
            <a:lvl4pPr algn="l">
              <a:defRPr sz="1575" b="0">
                <a:solidFill>
                  <a:srgbClr val="17212B"/>
                </a:solidFill>
              </a:defRPr>
            </a:lvl4pPr>
            <a:lvl5pPr algn="l">
              <a:defRPr sz="1575" b="0">
                <a:solidFill>
                  <a:srgbClr val="17212B"/>
                </a:solidFill>
              </a:defRPr>
            </a:lvl5pPr>
            <a:lvl6pPr algn="l">
              <a:defRPr sz="1575" b="0">
                <a:solidFill>
                  <a:srgbClr val="17212B"/>
                </a:solidFill>
              </a:defRPr>
            </a:lvl6pPr>
            <a:lvl7pPr algn="l">
              <a:defRPr sz="1575" b="0">
                <a:solidFill>
                  <a:srgbClr val="17212B"/>
                </a:solidFill>
              </a:defRPr>
            </a:lvl7pPr>
            <a:lvl8pPr algn="l">
              <a:defRPr sz="1575" b="0">
                <a:solidFill>
                  <a:srgbClr val="17212B"/>
                </a:solidFill>
              </a:defRPr>
            </a:lvl8pPr>
            <a:lvl9pPr algn="l">
              <a:defRPr sz="157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POST /orders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Idempotency-Key: demo-001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"customerId": "C-100",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"items": [{"sku":"SKU-LAMP",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           "quantity": 2}]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}</a:t>
            </a:r>
          </a:p>
        </p:txBody>
      </p:sp>
      <p:sp>
        <p:nvSpPr>
          <p:cNvPr id="6" name="event-label">
            <a:extLst xmlns:a="http://schemas.openxmlformats.org/drawingml/2006/main">
              <a:ext uri="{FF2B5EF4-FFF2-40B4-BE49-F238E27FC236}">
                <a16:creationId xmlns:a16="http://schemas.microsoft.com/office/drawing/2014/main" id="{EEE9991A-C8F6-46E6-8C5C-E32F5DA7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573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237A78"/>
                </a:solidFill>
              </a:defRPr>
            </a:defPPr>
            <a:lvl1pPr algn="l">
              <a:defRPr sz="2025" b="1">
                <a:solidFill>
                  <a:srgbClr val="237A78"/>
                </a:solidFill>
              </a:defRPr>
            </a:lvl1pPr>
            <a:lvl2pPr algn="l">
              <a:defRPr sz="2025" b="1">
                <a:solidFill>
                  <a:srgbClr val="237A78"/>
                </a:solidFill>
              </a:defRPr>
            </a:lvl2pPr>
            <a:lvl3pPr algn="l">
              <a:defRPr sz="2025" b="1">
                <a:solidFill>
                  <a:srgbClr val="237A78"/>
                </a:solidFill>
              </a:defRPr>
            </a:lvl3pPr>
            <a:lvl4pPr algn="l">
              <a:defRPr sz="2025" b="1">
                <a:solidFill>
                  <a:srgbClr val="237A78"/>
                </a:solidFill>
              </a:defRPr>
            </a:lvl4pPr>
            <a:lvl5pPr algn="l">
              <a:defRPr sz="2025" b="1">
                <a:solidFill>
                  <a:srgbClr val="237A78"/>
                </a:solidFill>
              </a:defRPr>
            </a:lvl5pPr>
            <a:lvl6pPr algn="l">
              <a:defRPr sz="2025" b="1">
                <a:solidFill>
                  <a:srgbClr val="237A78"/>
                </a:solidFill>
              </a:defRPr>
            </a:lvl6pPr>
            <a:lvl7pPr algn="l">
              <a:defRPr sz="2025" b="1">
                <a:solidFill>
                  <a:srgbClr val="237A78"/>
                </a:solidFill>
              </a:defRPr>
            </a:lvl7pPr>
            <a:lvl8pPr algn="l">
              <a:defRPr sz="2025" b="1">
                <a:solidFill>
                  <a:srgbClr val="237A78"/>
                </a:solidFill>
              </a:defRPr>
            </a:lvl8pPr>
            <a:lvl9pPr algn="l">
              <a:defRPr sz="2025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37A78"/>
                </a:solidFill>
              </a:defRPr>
            </a:pPr>
            <a:r>
              <a:rPr sz="2025" b="1">
                <a:solidFill>
                  <a:srgbClr val="237A78"/>
                </a:solidFill>
              </a:rPr>
              <a:t>Событие OrderConfirmed</a:t>
            </a:r>
          </a:p>
        </p:txBody>
      </p:sp>
      <p:sp>
        <p:nvSpPr>
          <p:cNvPr id="7" name="event-json">
            <a:extLst xmlns:a="http://schemas.openxmlformats.org/drawingml/2006/main">
              <a:ext uri="{FF2B5EF4-FFF2-40B4-BE49-F238E27FC236}">
                <a16:creationId xmlns:a16="http://schemas.microsoft.com/office/drawing/2014/main" id="{27BC5C76-06F4-4679-A42E-8FEE4B58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5048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</a:defRPr>
            </a:defPPr>
            <a:lvl1pPr algn="l">
              <a:defRPr sz="1575" b="0">
                <a:solidFill>
                  <a:srgbClr val="17212B"/>
                </a:solidFill>
              </a:defRPr>
            </a:lvl1pPr>
            <a:lvl2pPr algn="l">
              <a:defRPr sz="1575" b="0">
                <a:solidFill>
                  <a:srgbClr val="17212B"/>
                </a:solidFill>
              </a:defRPr>
            </a:lvl2pPr>
            <a:lvl3pPr algn="l">
              <a:defRPr sz="1575" b="0">
                <a:solidFill>
                  <a:srgbClr val="17212B"/>
                </a:solidFill>
              </a:defRPr>
            </a:lvl3pPr>
            <a:lvl4pPr algn="l">
              <a:defRPr sz="1575" b="0">
                <a:solidFill>
                  <a:srgbClr val="17212B"/>
                </a:solidFill>
              </a:defRPr>
            </a:lvl4pPr>
            <a:lvl5pPr algn="l">
              <a:defRPr sz="1575" b="0">
                <a:solidFill>
                  <a:srgbClr val="17212B"/>
                </a:solidFill>
              </a:defRPr>
            </a:lvl5pPr>
            <a:lvl6pPr algn="l">
              <a:defRPr sz="1575" b="0">
                <a:solidFill>
                  <a:srgbClr val="17212B"/>
                </a:solidFill>
              </a:defRPr>
            </a:lvl6pPr>
            <a:lvl7pPr algn="l">
              <a:defRPr sz="1575" b="0">
                <a:solidFill>
                  <a:srgbClr val="17212B"/>
                </a:solidFill>
              </a:defRPr>
            </a:lvl7pPr>
            <a:lvl8pPr algn="l">
              <a:defRPr sz="1575" b="0">
                <a:solidFill>
                  <a:srgbClr val="17212B"/>
                </a:solidFill>
              </a:defRPr>
            </a:lvl8pPr>
            <a:lvl9pPr algn="l">
              <a:defRPr sz="157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"eventId": "UUID",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"eventType": "OrderConfirmed",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"occurredAt": "ISO 8601 UTC",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"orderId": "UUID",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"customerId": "C-100",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"totalMinor": 490000,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  "currency": "RUB"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}</a:t>
            </a:r>
          </a:p>
        </p:txBody>
      </p:sp>
      <p:sp>
        <p:nvSpPr>
          <p:cNvPr id="8" name="contract-note">
            <a:extLst xmlns:a="http://schemas.openxmlformats.org/drawingml/2006/main">
              <a:ext uri="{FF2B5EF4-FFF2-40B4-BE49-F238E27FC236}">
                <a16:creationId xmlns:a16="http://schemas.microsoft.com/office/drawing/2014/main" id="{2E0C582B-FA28-4A9B-BA2D-3755C08E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526170"/>
                </a:solidFill>
              </a:defRPr>
            </a:defPPr>
            <a:lvl1pPr algn="ctr">
              <a:defRPr sz="1650" b="0">
                <a:solidFill>
                  <a:srgbClr val="526170"/>
                </a:solidFill>
              </a:defRPr>
            </a:lvl1pPr>
            <a:lvl2pPr algn="ctr">
              <a:defRPr sz="1650" b="0">
                <a:solidFill>
                  <a:srgbClr val="526170"/>
                </a:solidFill>
              </a:defRPr>
            </a:lvl2pPr>
            <a:lvl3pPr algn="ctr">
              <a:defRPr sz="1650" b="0">
                <a:solidFill>
                  <a:srgbClr val="526170"/>
                </a:solidFill>
              </a:defRPr>
            </a:lvl3pPr>
            <a:lvl4pPr algn="ctr">
              <a:defRPr sz="1650" b="0">
                <a:solidFill>
                  <a:srgbClr val="526170"/>
                </a:solidFill>
              </a:defRPr>
            </a:lvl4pPr>
            <a:lvl5pPr algn="ctr">
              <a:defRPr sz="1650" b="0">
                <a:solidFill>
                  <a:srgbClr val="526170"/>
                </a:solidFill>
              </a:defRPr>
            </a:lvl5pPr>
            <a:lvl6pPr algn="ctr">
              <a:defRPr sz="1650" b="0">
                <a:solidFill>
                  <a:srgbClr val="526170"/>
                </a:solidFill>
              </a:defRPr>
            </a:lvl6pPr>
            <a:lvl7pPr algn="ctr">
              <a:defRPr sz="1650" b="0">
                <a:solidFill>
                  <a:srgbClr val="526170"/>
                </a:solidFill>
              </a:defRPr>
            </a:lvl7pPr>
            <a:lvl8pPr algn="ctr">
              <a:defRPr sz="1650" b="0">
                <a:solidFill>
                  <a:srgbClr val="526170"/>
                </a:solidFill>
              </a:defRPr>
            </a:lvl8pPr>
            <a:lvl9pPr algn="ctr">
              <a:defRPr sz="1650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26170"/>
                </a:solidFill>
              </a:defRPr>
            </a:pPr>
            <a:r>
              <a:rPr sz="1650" b="0">
                <a:solidFill>
                  <a:srgbClr val="526170"/>
                </a:solidFill>
              </a:rPr>
              <a:t>JSON Schema фиксирует обязательные поля. Деньги передаются в копейках; чувствительные платёжные данные не публикуются.</a:t>
            </a:r>
          </a:p>
        </p:txBody>
      </p:sp>
    </p:spTree>
    <p:extLst>
      <p:ext uri="{BB962C8B-B14F-4D97-AF65-F5344CB8AC3E}">
        <p14:creationId xmlns:p14="http://schemas.microsoft.com/office/powerpoint/2010/main" val="1060591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517D8E-BDF3-4E3D-BC2B-C13080C8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Ошибки и восстановление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30232451-41E1-4B0C-8143-6C156C20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</a:defRPr>
            </a:defPPr>
            <a:lvl1pPr algn="l">
              <a:defRPr sz="1800" b="0">
                <a:solidFill>
                  <a:srgbClr val="17212B"/>
                </a:solidFill>
              </a:defRPr>
            </a:lvl1pPr>
            <a:lvl2pPr algn="l">
              <a:defRPr sz="1800" b="0">
                <a:solidFill>
                  <a:srgbClr val="17212B"/>
                </a:solidFill>
              </a:defRPr>
            </a:lvl2pPr>
            <a:lvl3pPr algn="l">
              <a:defRPr sz="1800" b="0">
                <a:solidFill>
                  <a:srgbClr val="17212B"/>
                </a:solidFill>
              </a:defRPr>
            </a:lvl3pPr>
            <a:lvl4pPr algn="l">
              <a:defRPr sz="1800" b="0">
                <a:solidFill>
                  <a:srgbClr val="17212B"/>
                </a:solidFill>
              </a:defRPr>
            </a:lvl4pPr>
            <a:lvl5pPr algn="l">
              <a:defRPr sz="1800" b="0">
                <a:solidFill>
                  <a:srgbClr val="17212B"/>
                </a:solidFill>
              </a:defRPr>
            </a:lvl5pPr>
            <a:lvl6pPr algn="l">
              <a:defRPr sz="1800" b="0">
                <a:solidFill>
                  <a:srgbClr val="17212B"/>
                </a:solidFill>
              </a:defRPr>
            </a:lvl6pPr>
            <a:lvl7pPr algn="l">
              <a:defRPr sz="1800" b="0">
                <a:solidFill>
                  <a:srgbClr val="17212B"/>
                </a:solidFill>
              </a:defRPr>
            </a:lvl7pPr>
            <a:lvl8pPr algn="l">
              <a:defRPr sz="1800" b="0">
                <a:solidFill>
                  <a:srgbClr val="17212B"/>
                </a:solidFill>
              </a:defRPr>
            </a:lvl8pPr>
            <a:lvl9pPr algn="l">
              <a:defRPr sz="180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B80FAE1-8E54-46E2-AA4F-AB57C53D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26170"/>
                </a:solidFill>
              </a:defRPr>
            </a:defPPr>
            <a:lvl1pPr algn="r">
              <a:defRPr sz="1125" b="0">
                <a:solidFill>
                  <a:srgbClr val="526170"/>
                </a:solidFill>
              </a:defRPr>
            </a:lvl1pPr>
            <a:lvl2pPr algn="r">
              <a:defRPr sz="1125" b="0">
                <a:solidFill>
                  <a:srgbClr val="526170"/>
                </a:solidFill>
              </a:defRPr>
            </a:lvl2pPr>
            <a:lvl3pPr algn="r">
              <a:defRPr sz="1125" b="0">
                <a:solidFill>
                  <a:srgbClr val="526170"/>
                </a:solidFill>
              </a:defRPr>
            </a:lvl3pPr>
            <a:lvl4pPr algn="r">
              <a:defRPr sz="1125" b="0">
                <a:solidFill>
                  <a:srgbClr val="526170"/>
                </a:solidFill>
              </a:defRPr>
            </a:lvl4pPr>
            <a:lvl5pPr algn="r">
              <a:defRPr sz="1125" b="0">
                <a:solidFill>
                  <a:srgbClr val="526170"/>
                </a:solidFill>
              </a:defRPr>
            </a:lvl5pPr>
            <a:lvl6pPr algn="r">
              <a:defRPr sz="1125" b="0">
                <a:solidFill>
                  <a:srgbClr val="526170"/>
                </a:solidFill>
              </a:defRPr>
            </a:lvl6pPr>
            <a:lvl7pPr algn="r">
              <a:defRPr sz="1125" b="0">
                <a:solidFill>
                  <a:srgbClr val="526170"/>
                </a:solidFill>
              </a:defRPr>
            </a:lvl7pPr>
            <a:lvl8pPr algn="r">
              <a:defRPr sz="1125" b="0">
                <a:solidFill>
                  <a:srgbClr val="526170"/>
                </a:solidFill>
              </a:defRPr>
            </a:lvl8pPr>
            <a:lvl9pPr algn="r">
              <a:defRPr sz="1125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07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03DC1B9C-3E7B-4B13-8CBD-2ED18C82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  <a:lvl1pPr algn="ctr">
              <a:defRPr sz="1575" b="1">
                <a:solidFill>
                  <a:srgbClr val="FFFFFF"/>
                </a:solidFill>
              </a:defRPr>
            </a:lvl1pPr>
            <a:lvl2pPr algn="ctr">
              <a:defRPr sz="1575" b="1">
                <a:solidFill>
                  <a:srgbClr val="FFFFFF"/>
                </a:solidFill>
              </a:defRPr>
            </a:lvl2pPr>
            <a:lvl3pPr algn="ctr">
              <a:defRPr sz="1575" b="1">
                <a:solidFill>
                  <a:srgbClr val="FFFFFF"/>
                </a:solidFill>
              </a:defRPr>
            </a:lvl3pPr>
            <a:lvl4pPr algn="ctr">
              <a:defRPr sz="1575" b="1">
                <a:solidFill>
                  <a:srgbClr val="FFFFFF"/>
                </a:solidFill>
              </a:defRPr>
            </a:lvl4pPr>
            <a:lvl5pPr algn="ctr">
              <a:defRPr sz="1575" b="1">
                <a:solidFill>
                  <a:srgbClr val="FFFFFF"/>
                </a:solidFill>
              </a:defRPr>
            </a:lvl5pPr>
            <a:lvl6pPr algn="ctr">
              <a:defRPr sz="1575" b="1">
                <a:solidFill>
                  <a:srgbClr val="FFFFFF"/>
                </a:solidFill>
              </a:defRPr>
            </a:lvl6pPr>
            <a:lvl7pPr algn="ctr">
              <a:defRPr sz="1575" b="1">
                <a:solidFill>
                  <a:srgbClr val="FFFFFF"/>
                </a:solidFill>
              </a:defRPr>
            </a:lvl7pPr>
            <a:lvl8pPr algn="ctr">
              <a:defRPr sz="1575" b="1">
                <a:solidFill>
                  <a:srgbClr val="FFFFFF"/>
                </a:solidFill>
              </a:defRPr>
            </a:lvl8pPr>
            <a:lvl9pPr algn="ctr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Ситуация</a:t>
            </a:r>
          </a:p>
        </p:txBody>
      </p:sp>
      <p:sp>
        <p:nvSpPr>
          <p:cNvPr id="5" name="head-1">
            <a:extLst xmlns:a="http://schemas.openxmlformats.org/drawingml/2006/main">
              <a:ext uri="{FF2B5EF4-FFF2-40B4-BE49-F238E27FC236}">
                <a16:creationId xmlns:a16="http://schemas.microsoft.com/office/drawing/2014/main" id="{5FBEBBEB-20D0-440C-9FFC-260A06CB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0970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  <a:lvl1pPr algn="ctr">
              <a:defRPr sz="1575" b="1">
                <a:solidFill>
                  <a:srgbClr val="FFFFFF"/>
                </a:solidFill>
              </a:defRPr>
            </a:lvl1pPr>
            <a:lvl2pPr algn="ctr">
              <a:defRPr sz="1575" b="1">
                <a:solidFill>
                  <a:srgbClr val="FFFFFF"/>
                </a:solidFill>
              </a:defRPr>
            </a:lvl2pPr>
            <a:lvl3pPr algn="ctr">
              <a:defRPr sz="1575" b="1">
                <a:solidFill>
                  <a:srgbClr val="FFFFFF"/>
                </a:solidFill>
              </a:defRPr>
            </a:lvl3pPr>
            <a:lvl4pPr algn="ctr">
              <a:defRPr sz="1575" b="1">
                <a:solidFill>
                  <a:srgbClr val="FFFFFF"/>
                </a:solidFill>
              </a:defRPr>
            </a:lvl4pPr>
            <a:lvl5pPr algn="ctr">
              <a:defRPr sz="1575" b="1">
                <a:solidFill>
                  <a:srgbClr val="FFFFFF"/>
                </a:solidFill>
              </a:defRPr>
            </a:lvl5pPr>
            <a:lvl6pPr algn="ctr">
              <a:defRPr sz="1575" b="1">
                <a:solidFill>
                  <a:srgbClr val="FFFFFF"/>
                </a:solidFill>
              </a:defRPr>
            </a:lvl6pPr>
            <a:lvl7pPr algn="ctr">
              <a:defRPr sz="1575" b="1">
                <a:solidFill>
                  <a:srgbClr val="FFFFFF"/>
                </a:solidFill>
              </a:defRPr>
            </a:lvl7pPr>
            <a:lvl8pPr algn="ctr">
              <a:defRPr sz="1575" b="1">
                <a:solidFill>
                  <a:srgbClr val="FFFFFF"/>
                </a:solidFill>
              </a:defRPr>
            </a:lvl8pPr>
            <a:lvl9pPr algn="ctr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Реакция API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3F468772-F12A-4069-8A4F-2E698796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  <a:lvl1pPr algn="ctr">
              <a:defRPr sz="1575" b="1">
                <a:solidFill>
                  <a:srgbClr val="FFFFFF"/>
                </a:solidFill>
              </a:defRPr>
            </a:lvl1pPr>
            <a:lvl2pPr algn="ctr">
              <a:defRPr sz="1575" b="1">
                <a:solidFill>
                  <a:srgbClr val="FFFFFF"/>
                </a:solidFill>
              </a:defRPr>
            </a:lvl2pPr>
            <a:lvl3pPr algn="ctr">
              <a:defRPr sz="1575" b="1">
                <a:solidFill>
                  <a:srgbClr val="FFFFFF"/>
                </a:solidFill>
              </a:defRPr>
            </a:lvl3pPr>
            <a:lvl4pPr algn="ctr">
              <a:defRPr sz="1575" b="1">
                <a:solidFill>
                  <a:srgbClr val="FFFFFF"/>
                </a:solidFill>
              </a:defRPr>
            </a:lvl4pPr>
            <a:lvl5pPr algn="ctr">
              <a:defRPr sz="1575" b="1">
                <a:solidFill>
                  <a:srgbClr val="FFFFFF"/>
                </a:solidFill>
              </a:defRPr>
            </a:lvl5pPr>
            <a:lvl6pPr algn="ctr">
              <a:defRPr sz="1575" b="1">
                <a:solidFill>
                  <a:srgbClr val="FFFFFF"/>
                </a:solidFill>
              </a:defRPr>
            </a:lvl6pPr>
            <a:lvl7pPr algn="ctr">
              <a:defRPr sz="1575" b="1">
                <a:solidFill>
                  <a:srgbClr val="FFFFFF"/>
                </a:solidFill>
              </a:defRPr>
            </a:lvl7pPr>
            <a:lvl8pPr algn="ctr">
              <a:defRPr sz="1575" b="1">
                <a:solidFill>
                  <a:srgbClr val="FFFFFF"/>
                </a:solidFill>
              </a:defRPr>
            </a:lvl8pPr>
            <a:lvl9pPr algn="ctr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Восстановление</a:t>
            </a:r>
          </a:p>
        </p:txBody>
      </p:sp>
      <p:sp>
        <p:nvSpPr>
          <p:cNvPr id="7" name="row-0-0">
            <a:extLst xmlns:a="http://schemas.openxmlformats.org/drawingml/2006/main">
              <a:ext uri="{FF2B5EF4-FFF2-40B4-BE49-F238E27FC236}">
                <a16:creationId xmlns:a16="http://schemas.microsoft.com/office/drawing/2014/main" id="{AE7DA184-132E-4630-B77C-F344A5B5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Недостаток товара</a:t>
            </a:r>
          </a:p>
        </p:txBody>
      </p:sp>
      <p:sp>
        <p:nvSpPr>
          <p:cNvPr id="8" name="row-0-1">
            <a:extLst xmlns:a="http://schemas.openxmlformats.org/drawingml/2006/main">
              <a:ext uri="{FF2B5EF4-FFF2-40B4-BE49-F238E27FC236}">
                <a16:creationId xmlns:a16="http://schemas.microsoft.com/office/drawing/2014/main" id="{2DD549D3-4966-440C-9595-8F354428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409 OUT_OF_STOCK</a:t>
            </a:r>
          </a:p>
        </p:txBody>
      </p:sp>
      <p:sp>
        <p:nvSpPr>
          <p:cNvPr id="9" name="row-0-2">
            <a:extLst xmlns:a="http://schemas.openxmlformats.org/drawingml/2006/main">
              <a:ext uri="{FF2B5EF4-FFF2-40B4-BE49-F238E27FC236}">
                <a16:creationId xmlns:a16="http://schemas.microsoft.com/office/drawing/2014/main" id="{FC142727-6C9E-4386-8700-D3DA1FF2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заказ не создаётся</a:t>
            </a:r>
          </a:p>
        </p:txBody>
      </p:sp>
      <p:sp>
        <p:nvSpPr>
          <p:cNvPr id="10" name="row-1-0">
            <a:extLst xmlns:a="http://schemas.openxmlformats.org/drawingml/2006/main">
              <a:ext uri="{FF2B5EF4-FFF2-40B4-BE49-F238E27FC236}">
                <a16:creationId xmlns:a16="http://schemas.microsoft.com/office/drawing/2014/main" id="{F62E5EAE-5D3A-4B0F-B5E9-4B712D0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Отказ платежа</a:t>
            </a:r>
          </a:p>
        </p:txBody>
      </p:sp>
      <p:sp>
        <p:nvSpPr>
          <p:cNvPr id="11" name="row-1-1">
            <a:extLst xmlns:a="http://schemas.openxmlformats.org/drawingml/2006/main">
              <a:ext uri="{FF2B5EF4-FFF2-40B4-BE49-F238E27FC236}">
                <a16:creationId xmlns:a16="http://schemas.microsoft.com/office/drawing/2014/main" id="{42858AE3-18B8-4A10-B864-4831E9FD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0510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402 PAYMENT_DECLINED</a:t>
            </a:r>
          </a:p>
        </p:txBody>
      </p:sp>
      <p:sp>
        <p:nvSpPr>
          <p:cNvPr id="12" name="row-1-2">
            <a:extLst xmlns:a="http://schemas.openxmlformats.org/drawingml/2006/main">
              <a:ext uri="{FF2B5EF4-FFF2-40B4-BE49-F238E27FC236}">
                <a16:creationId xmlns:a16="http://schemas.microsoft.com/office/drawing/2014/main" id="{B3E19AD0-C5CA-4B58-A97C-A95B980B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заказ отменяется, резерв возвращается</a:t>
            </a:r>
          </a:p>
        </p:txBody>
      </p:sp>
      <p:sp>
        <p:nvSpPr>
          <p:cNvPr id="13" name="row-2-0">
            <a:extLst xmlns:a="http://schemas.openxmlformats.org/drawingml/2006/main">
              <a:ext uri="{FF2B5EF4-FFF2-40B4-BE49-F238E27FC236}">
                <a16:creationId xmlns:a16="http://schemas.microsoft.com/office/drawing/2014/main" id="{32681B1B-8C03-48A7-8C53-4B3269DC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Повтор запроса</a:t>
            </a:r>
          </a:p>
        </p:txBody>
      </p:sp>
      <p:sp>
        <p:nvSpPr>
          <p:cNvPr id="14" name="row-2-1">
            <a:extLst xmlns:a="http://schemas.openxmlformats.org/drawingml/2006/main">
              <a:ext uri="{FF2B5EF4-FFF2-40B4-BE49-F238E27FC236}">
                <a16:creationId xmlns:a16="http://schemas.microsoft.com/office/drawing/2014/main" id="{C1218669-5387-4875-A427-891FB157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861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тот же результат</a:t>
            </a:r>
          </a:p>
        </p:txBody>
      </p:sp>
      <p:sp>
        <p:nvSpPr>
          <p:cNvPr id="15" name="row-2-2">
            <a:extLst xmlns:a="http://schemas.openxmlformats.org/drawingml/2006/main">
              <a:ext uri="{FF2B5EF4-FFF2-40B4-BE49-F238E27FC236}">
                <a16:creationId xmlns:a16="http://schemas.microsoft.com/office/drawing/2014/main" id="{4F0BDF9C-B25A-419A-ADA1-26A8BC0F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ключ идемпотентности предотвращает дубль</a:t>
            </a:r>
          </a:p>
        </p:txBody>
      </p:sp>
      <p:sp>
        <p:nvSpPr>
          <p:cNvPr id="16" name="row-3-0">
            <a:extLst xmlns:a="http://schemas.openxmlformats.org/drawingml/2006/main">
              <a:ext uri="{FF2B5EF4-FFF2-40B4-BE49-F238E27FC236}">
                <a16:creationId xmlns:a16="http://schemas.microsoft.com/office/drawing/2014/main" id="{B816128B-170E-42F6-88A6-474DCC4C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CRM недоступна</a:t>
            </a:r>
          </a:p>
        </p:txBody>
      </p:sp>
      <p:sp>
        <p:nvSpPr>
          <p:cNvPr id="17" name="row-3-1">
            <a:extLst xmlns:a="http://schemas.openxmlformats.org/drawingml/2006/main">
              <a:ext uri="{FF2B5EF4-FFF2-40B4-BE49-F238E27FC236}">
                <a16:creationId xmlns:a16="http://schemas.microsoft.com/office/drawing/2014/main" id="{77A01DA5-26AE-48A7-8096-8A2CD938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повтор доставки</a:t>
            </a:r>
          </a:p>
        </p:txBody>
      </p:sp>
      <p:sp>
        <p:nvSpPr>
          <p:cNvPr id="18" name="row-3-2">
            <a:extLst xmlns:a="http://schemas.openxmlformats.org/drawingml/2006/main">
              <a:ext uri="{FF2B5EF4-FFF2-40B4-BE49-F238E27FC236}">
                <a16:creationId xmlns:a16="http://schemas.microsoft.com/office/drawing/2014/main" id="{E0A89D3E-B7FC-466B-B1FC-9615C3DC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CC8D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outbox сохраняет событие; DLQ после лимита</a:t>
            </a:r>
          </a:p>
        </p:txBody>
      </p:sp>
      <p:sp>
        <p:nvSpPr>
          <p:cNvPr id="19" name="failure-note">
            <a:extLst xmlns:a="http://schemas.openxmlformats.org/drawingml/2006/main">
              <a:ext uri="{FF2B5EF4-FFF2-40B4-BE49-F238E27FC236}">
                <a16:creationId xmlns:a16="http://schemas.microsoft.com/office/drawing/2014/main" id="{0FE76D35-F8ED-47D4-88BE-180D7766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33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24D"/>
                </a:solidFill>
              </a:defRPr>
            </a:defPPr>
            <a:lvl1pPr algn="ctr">
              <a:defRPr sz="1650" b="1">
                <a:solidFill>
                  <a:srgbClr val="17324D"/>
                </a:solidFill>
              </a:defRPr>
            </a:lvl1pPr>
            <a:lvl2pPr algn="ctr">
              <a:defRPr sz="1650" b="1">
                <a:solidFill>
                  <a:srgbClr val="17324D"/>
                </a:solidFill>
              </a:defRPr>
            </a:lvl2pPr>
            <a:lvl3pPr algn="ctr">
              <a:defRPr sz="1650" b="1">
                <a:solidFill>
                  <a:srgbClr val="17324D"/>
                </a:solidFill>
              </a:defRPr>
            </a:lvl3pPr>
            <a:lvl4pPr algn="ctr">
              <a:defRPr sz="1650" b="1">
                <a:solidFill>
                  <a:srgbClr val="17324D"/>
                </a:solidFill>
              </a:defRPr>
            </a:lvl4pPr>
            <a:lvl5pPr algn="ctr">
              <a:defRPr sz="1650" b="1">
                <a:solidFill>
                  <a:srgbClr val="17324D"/>
                </a:solidFill>
              </a:defRPr>
            </a:lvl5pPr>
            <a:lvl6pPr algn="ctr">
              <a:defRPr sz="1650" b="1">
                <a:solidFill>
                  <a:srgbClr val="17324D"/>
                </a:solidFill>
              </a:defRPr>
            </a:lvl6pPr>
            <a:lvl7pPr algn="ctr">
              <a:defRPr sz="1650" b="1">
                <a:solidFill>
                  <a:srgbClr val="17324D"/>
                </a:solidFill>
              </a:defRPr>
            </a:lvl7pPr>
            <a:lvl8pPr algn="ctr">
              <a:defRPr sz="1650" b="1">
                <a:solidFill>
                  <a:srgbClr val="17324D"/>
                </a:solidFill>
              </a:defRPr>
            </a:lvl8pPr>
            <a:lvl9pPr algn="ctr">
              <a:defRPr sz="16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Повторная доставка допускает дубли сообщения; inbox по eventId предотвращает повторный эффект.</a:t>
            </a:r>
          </a:p>
        </p:txBody>
      </p:sp>
    </p:spTree>
    <p:extLst>
      <p:ext uri="{BB962C8B-B14F-4D97-AF65-F5344CB8AC3E}">
        <p14:creationId xmlns:p14="http://schemas.microsoft.com/office/powerpoint/2010/main" val="1161995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A678C1-16AD-4C37-965E-994465F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Прототип и проверка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521DE98B-BCB5-4791-B896-4C15541F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</a:defRPr>
            </a:defPPr>
            <a:lvl1pPr algn="l">
              <a:defRPr sz="1800" b="0">
                <a:solidFill>
                  <a:srgbClr val="17212B"/>
                </a:solidFill>
              </a:defRPr>
            </a:lvl1pPr>
            <a:lvl2pPr algn="l">
              <a:defRPr sz="1800" b="0">
                <a:solidFill>
                  <a:srgbClr val="17212B"/>
                </a:solidFill>
              </a:defRPr>
            </a:lvl2pPr>
            <a:lvl3pPr algn="l">
              <a:defRPr sz="1800" b="0">
                <a:solidFill>
                  <a:srgbClr val="17212B"/>
                </a:solidFill>
              </a:defRPr>
            </a:lvl3pPr>
            <a:lvl4pPr algn="l">
              <a:defRPr sz="1800" b="0">
                <a:solidFill>
                  <a:srgbClr val="17212B"/>
                </a:solidFill>
              </a:defRPr>
            </a:lvl4pPr>
            <a:lvl5pPr algn="l">
              <a:defRPr sz="1800" b="0">
                <a:solidFill>
                  <a:srgbClr val="17212B"/>
                </a:solidFill>
              </a:defRPr>
            </a:lvl5pPr>
            <a:lvl6pPr algn="l">
              <a:defRPr sz="1800" b="0">
                <a:solidFill>
                  <a:srgbClr val="17212B"/>
                </a:solidFill>
              </a:defRPr>
            </a:lvl6pPr>
            <a:lvl7pPr algn="l">
              <a:defRPr sz="1800" b="0">
                <a:solidFill>
                  <a:srgbClr val="17212B"/>
                </a:solidFill>
              </a:defRPr>
            </a:lvl7pPr>
            <a:lvl8pPr algn="l">
              <a:defRPr sz="1800" b="0">
                <a:solidFill>
                  <a:srgbClr val="17212B"/>
                </a:solidFill>
              </a:defRPr>
            </a:lvl8pPr>
            <a:lvl9pPr algn="l">
              <a:defRPr sz="180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E25230-CCF2-4BA4-83A3-3A4A83C7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26170"/>
                </a:solidFill>
              </a:defRPr>
            </a:defPPr>
            <a:lvl1pPr algn="r">
              <a:defRPr sz="1125" b="0">
                <a:solidFill>
                  <a:srgbClr val="526170"/>
                </a:solidFill>
              </a:defRPr>
            </a:lvl1pPr>
            <a:lvl2pPr algn="r">
              <a:defRPr sz="1125" b="0">
                <a:solidFill>
                  <a:srgbClr val="526170"/>
                </a:solidFill>
              </a:defRPr>
            </a:lvl2pPr>
            <a:lvl3pPr algn="r">
              <a:defRPr sz="1125" b="0">
                <a:solidFill>
                  <a:srgbClr val="526170"/>
                </a:solidFill>
              </a:defRPr>
            </a:lvl3pPr>
            <a:lvl4pPr algn="r">
              <a:defRPr sz="1125" b="0">
                <a:solidFill>
                  <a:srgbClr val="526170"/>
                </a:solidFill>
              </a:defRPr>
            </a:lvl4pPr>
            <a:lvl5pPr algn="r">
              <a:defRPr sz="1125" b="0">
                <a:solidFill>
                  <a:srgbClr val="526170"/>
                </a:solidFill>
              </a:defRPr>
            </a:lvl5pPr>
            <a:lvl6pPr algn="r">
              <a:defRPr sz="1125" b="0">
                <a:solidFill>
                  <a:srgbClr val="526170"/>
                </a:solidFill>
              </a:defRPr>
            </a:lvl6pPr>
            <a:lvl7pPr algn="r">
              <a:defRPr sz="1125" b="0">
                <a:solidFill>
                  <a:srgbClr val="526170"/>
                </a:solidFill>
              </a:defRPr>
            </a:lvl7pPr>
            <a:lvl8pPr algn="r">
              <a:defRPr sz="1125" b="0">
                <a:solidFill>
                  <a:srgbClr val="526170"/>
                </a:solidFill>
              </a:defRPr>
            </a:lvl8pPr>
            <a:lvl9pPr algn="r">
              <a:defRPr sz="1125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08</a:t>
            </a:r>
          </a:p>
        </p:txBody>
      </p:sp>
      <p:sp>
        <p:nvSpPr>
          <p:cNvPr id="4" name="stack-title">
            <a:extLst xmlns:a="http://schemas.openxmlformats.org/drawingml/2006/main">
              <a:ext uri="{FF2B5EF4-FFF2-40B4-BE49-F238E27FC236}">
                <a16:creationId xmlns:a16="http://schemas.microsoft.com/office/drawing/2014/main" id="{48942625-CA25-4028-B600-12F53856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237A78"/>
                </a:solidFill>
              </a:defRPr>
            </a:defPPr>
            <a:lvl1pPr algn="l">
              <a:defRPr sz="2025" b="1">
                <a:solidFill>
                  <a:srgbClr val="237A78"/>
                </a:solidFill>
              </a:defRPr>
            </a:lvl1pPr>
            <a:lvl2pPr algn="l">
              <a:defRPr sz="2025" b="1">
                <a:solidFill>
                  <a:srgbClr val="237A78"/>
                </a:solidFill>
              </a:defRPr>
            </a:lvl2pPr>
            <a:lvl3pPr algn="l">
              <a:defRPr sz="2025" b="1">
                <a:solidFill>
                  <a:srgbClr val="237A78"/>
                </a:solidFill>
              </a:defRPr>
            </a:lvl3pPr>
            <a:lvl4pPr algn="l">
              <a:defRPr sz="2025" b="1">
                <a:solidFill>
                  <a:srgbClr val="237A78"/>
                </a:solidFill>
              </a:defRPr>
            </a:lvl4pPr>
            <a:lvl5pPr algn="l">
              <a:defRPr sz="2025" b="1">
                <a:solidFill>
                  <a:srgbClr val="237A78"/>
                </a:solidFill>
              </a:defRPr>
            </a:lvl5pPr>
            <a:lvl6pPr algn="l">
              <a:defRPr sz="2025" b="1">
                <a:solidFill>
                  <a:srgbClr val="237A78"/>
                </a:solidFill>
              </a:defRPr>
            </a:lvl6pPr>
            <a:lvl7pPr algn="l">
              <a:defRPr sz="2025" b="1">
                <a:solidFill>
                  <a:srgbClr val="237A78"/>
                </a:solidFill>
              </a:defRPr>
            </a:lvl7pPr>
            <a:lvl8pPr algn="l">
              <a:defRPr sz="2025" b="1">
                <a:solidFill>
                  <a:srgbClr val="237A78"/>
                </a:solidFill>
              </a:defRPr>
            </a:lvl8pPr>
            <a:lvl9pPr algn="l">
              <a:defRPr sz="2025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37A78"/>
                </a:solidFill>
              </a:defRPr>
            </a:pPr>
            <a:r>
              <a:rPr sz="2025" b="1">
                <a:solidFill>
                  <a:srgbClr val="237A78"/>
                </a:solidFill>
              </a:rPr>
              <a:t>Локальный стенд</a:t>
            </a:r>
          </a:p>
        </p:txBody>
      </p:sp>
      <p:sp>
        <p:nvSpPr>
          <p:cNvPr id="5" name="stack">
            <a:extLst xmlns:a="http://schemas.openxmlformats.org/drawingml/2006/main">
              <a:ext uri="{FF2B5EF4-FFF2-40B4-BE49-F238E27FC236}">
                <a16:creationId xmlns:a16="http://schemas.microsoft.com/office/drawing/2014/main" id="{58E99250-8F42-42B0-9C56-52D54E77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7212B"/>
                </a:solidFill>
              </a:defRPr>
            </a:defPPr>
            <a:lvl1pPr algn="l">
              <a:defRPr sz="1725" b="0">
                <a:solidFill>
                  <a:srgbClr val="17212B"/>
                </a:solidFill>
              </a:defRPr>
            </a:lvl1pPr>
            <a:lvl2pPr algn="l">
              <a:defRPr sz="1725" b="0">
                <a:solidFill>
                  <a:srgbClr val="17212B"/>
                </a:solidFill>
              </a:defRPr>
            </a:lvl2pPr>
            <a:lvl3pPr algn="l">
              <a:defRPr sz="1725" b="0">
                <a:solidFill>
                  <a:srgbClr val="17212B"/>
                </a:solidFill>
              </a:defRPr>
            </a:lvl3pPr>
            <a:lvl4pPr algn="l">
              <a:defRPr sz="1725" b="0">
                <a:solidFill>
                  <a:srgbClr val="17212B"/>
                </a:solidFill>
              </a:defRPr>
            </a:lvl4pPr>
            <a:lvl5pPr algn="l">
              <a:defRPr sz="1725" b="0">
                <a:solidFill>
                  <a:srgbClr val="17212B"/>
                </a:solidFill>
              </a:defRPr>
            </a:lvl5pPr>
            <a:lvl6pPr algn="l">
              <a:defRPr sz="1725" b="0">
                <a:solidFill>
                  <a:srgbClr val="17212B"/>
                </a:solidFill>
              </a:defRPr>
            </a:lvl6pPr>
            <a:lvl7pPr algn="l">
              <a:defRPr sz="1725" b="0">
                <a:solidFill>
                  <a:srgbClr val="17212B"/>
                </a:solidFill>
              </a:defRPr>
            </a:lvl7pPr>
            <a:lvl8pPr algn="l">
              <a:defRPr sz="1725" b="0">
                <a:solidFill>
                  <a:srgbClr val="17212B"/>
                </a:solidFill>
              </a:defRPr>
            </a:lvl8pPr>
            <a:lvl9pPr algn="l">
              <a:defRPr sz="17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Python 3.10+ • стандартная библиотека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HTTP server • JSON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SQLite: orders, inventory, payments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outbox + inbox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REST: /health, /orders, /orders/{id}</a:t>
            </a:r>
          </a:p>
        </p:txBody>
      </p:sp>
      <p:sp>
        <p:nvSpPr>
          <p:cNvPr id="6" name="tests-title">
            <a:extLst xmlns:a="http://schemas.openxmlformats.org/drawingml/2006/main">
              <a:ext uri="{FF2B5EF4-FFF2-40B4-BE49-F238E27FC236}">
                <a16:creationId xmlns:a16="http://schemas.microsoft.com/office/drawing/2014/main" id="{428BDCE4-454C-4CD3-A3A4-A741C9EA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049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237A78"/>
                </a:solidFill>
              </a:defRPr>
            </a:defPPr>
            <a:lvl1pPr algn="l">
              <a:defRPr sz="2025" b="1">
                <a:solidFill>
                  <a:srgbClr val="237A78"/>
                </a:solidFill>
              </a:defRPr>
            </a:lvl1pPr>
            <a:lvl2pPr algn="l">
              <a:defRPr sz="2025" b="1">
                <a:solidFill>
                  <a:srgbClr val="237A78"/>
                </a:solidFill>
              </a:defRPr>
            </a:lvl2pPr>
            <a:lvl3pPr algn="l">
              <a:defRPr sz="2025" b="1">
                <a:solidFill>
                  <a:srgbClr val="237A78"/>
                </a:solidFill>
              </a:defRPr>
            </a:lvl3pPr>
            <a:lvl4pPr algn="l">
              <a:defRPr sz="2025" b="1">
                <a:solidFill>
                  <a:srgbClr val="237A78"/>
                </a:solidFill>
              </a:defRPr>
            </a:lvl4pPr>
            <a:lvl5pPr algn="l">
              <a:defRPr sz="2025" b="1">
                <a:solidFill>
                  <a:srgbClr val="237A78"/>
                </a:solidFill>
              </a:defRPr>
            </a:lvl5pPr>
            <a:lvl6pPr algn="l">
              <a:defRPr sz="2025" b="1">
                <a:solidFill>
                  <a:srgbClr val="237A78"/>
                </a:solidFill>
              </a:defRPr>
            </a:lvl6pPr>
            <a:lvl7pPr algn="l">
              <a:defRPr sz="2025" b="1">
                <a:solidFill>
                  <a:srgbClr val="237A78"/>
                </a:solidFill>
              </a:defRPr>
            </a:lvl7pPr>
            <a:lvl8pPr algn="l">
              <a:defRPr sz="2025" b="1">
                <a:solidFill>
                  <a:srgbClr val="237A78"/>
                </a:solidFill>
              </a:defRPr>
            </a:lvl8pPr>
            <a:lvl9pPr algn="l">
              <a:defRPr sz="2025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37A78"/>
                </a:solidFill>
              </a:defRPr>
            </a:pPr>
            <a:r>
              <a:rPr sz="2025" b="1">
                <a:solidFill>
                  <a:srgbClr val="237A78"/>
                </a:solidFill>
              </a:rPr>
              <a:t>Функциональные проверки</a:t>
            </a:r>
          </a:p>
        </p:txBody>
      </p:sp>
      <p:sp>
        <p:nvSpPr>
          <p:cNvPr id="7" name="tests">
            <a:extLst xmlns:a="http://schemas.openxmlformats.org/drawingml/2006/main">
              <a:ext uri="{FF2B5EF4-FFF2-40B4-BE49-F238E27FC236}">
                <a16:creationId xmlns:a16="http://schemas.microsoft.com/office/drawing/2014/main" id="{4A657B9D-77AB-4B07-A6E4-D5B9FFA3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7212B"/>
                </a:solidFill>
              </a:defRPr>
            </a:defPPr>
            <a:lvl1pPr algn="l">
              <a:defRPr sz="1725" b="0">
                <a:solidFill>
                  <a:srgbClr val="17212B"/>
                </a:solidFill>
              </a:defRPr>
            </a:lvl1pPr>
            <a:lvl2pPr algn="l">
              <a:defRPr sz="1725" b="0">
                <a:solidFill>
                  <a:srgbClr val="17212B"/>
                </a:solidFill>
              </a:defRPr>
            </a:lvl2pPr>
            <a:lvl3pPr algn="l">
              <a:defRPr sz="1725" b="0">
                <a:solidFill>
                  <a:srgbClr val="17212B"/>
                </a:solidFill>
              </a:defRPr>
            </a:lvl3pPr>
            <a:lvl4pPr algn="l">
              <a:defRPr sz="1725" b="0">
                <a:solidFill>
                  <a:srgbClr val="17212B"/>
                </a:solidFill>
              </a:defRPr>
            </a:lvl4pPr>
            <a:lvl5pPr algn="l">
              <a:defRPr sz="1725" b="0">
                <a:solidFill>
                  <a:srgbClr val="17212B"/>
                </a:solidFill>
              </a:defRPr>
            </a:lvl5pPr>
            <a:lvl6pPr algn="l">
              <a:defRPr sz="1725" b="0">
                <a:solidFill>
                  <a:srgbClr val="17212B"/>
                </a:solidFill>
              </a:defRPr>
            </a:lvl6pPr>
            <a:lvl7pPr algn="l">
              <a:defRPr sz="1725" b="0">
                <a:solidFill>
                  <a:srgbClr val="17212B"/>
                </a:solidFill>
              </a:defRPr>
            </a:lvl7pPr>
            <a:lvl8pPr algn="l">
              <a:defRPr sz="1725" b="0">
                <a:solidFill>
                  <a:srgbClr val="17212B"/>
                </a:solidFill>
              </a:defRPr>
            </a:lvl8pPr>
            <a:lvl9pPr algn="l">
              <a:defRPr sz="17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✓ Успешный заказ → CRM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✓ Дефицит → без создания заказа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✓ Отказ оплаты → возврат резерва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✓ Повтор ключа → без повторного списания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✓ REST/JSON: POST, replay и GET</a:t>
            </a:r>
          </a:p>
        </p:txBody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A5B97CC6-84F2-447C-B32A-E347082B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237A78"/>
                </a:solidFill>
              </a:defRPr>
            </a:defPPr>
            <a:lvl1pPr algn="ctr">
              <a:defRPr sz="1875" b="1">
                <a:solidFill>
                  <a:srgbClr val="237A78"/>
                </a:solidFill>
              </a:defRPr>
            </a:lvl1pPr>
            <a:lvl2pPr algn="ctr">
              <a:defRPr sz="1875" b="1">
                <a:solidFill>
                  <a:srgbClr val="237A78"/>
                </a:solidFill>
              </a:defRPr>
            </a:lvl2pPr>
            <a:lvl3pPr algn="ctr">
              <a:defRPr sz="1875" b="1">
                <a:solidFill>
                  <a:srgbClr val="237A78"/>
                </a:solidFill>
              </a:defRPr>
            </a:lvl3pPr>
            <a:lvl4pPr algn="ctr">
              <a:defRPr sz="1875" b="1">
                <a:solidFill>
                  <a:srgbClr val="237A78"/>
                </a:solidFill>
              </a:defRPr>
            </a:lvl4pPr>
            <a:lvl5pPr algn="ctr">
              <a:defRPr sz="1875" b="1">
                <a:solidFill>
                  <a:srgbClr val="237A78"/>
                </a:solidFill>
              </a:defRPr>
            </a:lvl5pPr>
            <a:lvl6pPr algn="ctr">
              <a:defRPr sz="1875" b="1">
                <a:solidFill>
                  <a:srgbClr val="237A78"/>
                </a:solidFill>
              </a:defRPr>
            </a:lvl6pPr>
            <a:lvl7pPr algn="ctr">
              <a:defRPr sz="1875" b="1">
                <a:solidFill>
                  <a:srgbClr val="237A78"/>
                </a:solidFill>
              </a:defRPr>
            </a:lvl7pPr>
            <a:lvl8pPr algn="ctr">
              <a:defRPr sz="1875" b="1">
                <a:solidFill>
                  <a:srgbClr val="237A78"/>
                </a:solidFill>
              </a:defRPr>
            </a:lvl8pPr>
            <a:lvl9pPr algn="ctr">
              <a:defRPr sz="1875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37A78"/>
                </a:solidFill>
              </a:defRPr>
            </a:pPr>
            <a:r>
              <a:rPr sz="1875" b="1">
                <a:solidFill>
                  <a:srgbClr val="237A78"/>
                </a:solidFill>
              </a:rPr>
              <a:t>7 из 7 автоматизированных проверок пройдены</a:t>
            </a:r>
          </a:p>
        </p:txBody>
      </p:sp>
    </p:spTree>
    <p:extLst>
      <p:ext uri="{BB962C8B-B14F-4D97-AF65-F5344CB8AC3E}">
        <p14:creationId xmlns:p14="http://schemas.microsoft.com/office/powerpoint/2010/main" val="805304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6699A6-CC82-40CF-A0CE-2E5BEA8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Итоги и дальнейшие шаги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DC2A2EA4-1E53-4870-B28A-A4B297C8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</a:defRPr>
            </a:defPPr>
            <a:lvl1pPr algn="l">
              <a:defRPr sz="1800" b="0">
                <a:solidFill>
                  <a:srgbClr val="17212B"/>
                </a:solidFill>
              </a:defRPr>
            </a:lvl1pPr>
            <a:lvl2pPr algn="l">
              <a:defRPr sz="1800" b="0">
                <a:solidFill>
                  <a:srgbClr val="17212B"/>
                </a:solidFill>
              </a:defRPr>
            </a:lvl2pPr>
            <a:lvl3pPr algn="l">
              <a:defRPr sz="1800" b="0">
                <a:solidFill>
                  <a:srgbClr val="17212B"/>
                </a:solidFill>
              </a:defRPr>
            </a:lvl3pPr>
            <a:lvl4pPr algn="l">
              <a:defRPr sz="1800" b="0">
                <a:solidFill>
                  <a:srgbClr val="17212B"/>
                </a:solidFill>
              </a:defRPr>
            </a:lvl4pPr>
            <a:lvl5pPr algn="l">
              <a:defRPr sz="1800" b="0">
                <a:solidFill>
                  <a:srgbClr val="17212B"/>
                </a:solidFill>
              </a:defRPr>
            </a:lvl5pPr>
            <a:lvl6pPr algn="l">
              <a:defRPr sz="1800" b="0">
                <a:solidFill>
                  <a:srgbClr val="17212B"/>
                </a:solidFill>
              </a:defRPr>
            </a:lvl6pPr>
            <a:lvl7pPr algn="l">
              <a:defRPr sz="1800" b="0">
                <a:solidFill>
                  <a:srgbClr val="17212B"/>
                </a:solidFill>
              </a:defRPr>
            </a:lvl7pPr>
            <a:lvl8pPr algn="l">
              <a:defRPr sz="1800" b="0">
                <a:solidFill>
                  <a:srgbClr val="17212B"/>
                </a:solidFill>
              </a:defRPr>
            </a:lvl8pPr>
            <a:lvl9pPr algn="l">
              <a:defRPr sz="180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B2D897-CF5E-4E3C-8897-78A428E8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26170"/>
                </a:solidFill>
              </a:defRPr>
            </a:defPPr>
            <a:lvl1pPr algn="r">
              <a:defRPr sz="1125" b="0">
                <a:solidFill>
                  <a:srgbClr val="526170"/>
                </a:solidFill>
              </a:defRPr>
            </a:lvl1pPr>
            <a:lvl2pPr algn="r">
              <a:defRPr sz="1125" b="0">
                <a:solidFill>
                  <a:srgbClr val="526170"/>
                </a:solidFill>
              </a:defRPr>
            </a:lvl2pPr>
            <a:lvl3pPr algn="r">
              <a:defRPr sz="1125" b="0">
                <a:solidFill>
                  <a:srgbClr val="526170"/>
                </a:solidFill>
              </a:defRPr>
            </a:lvl3pPr>
            <a:lvl4pPr algn="r">
              <a:defRPr sz="1125" b="0">
                <a:solidFill>
                  <a:srgbClr val="526170"/>
                </a:solidFill>
              </a:defRPr>
            </a:lvl4pPr>
            <a:lvl5pPr algn="r">
              <a:defRPr sz="1125" b="0">
                <a:solidFill>
                  <a:srgbClr val="526170"/>
                </a:solidFill>
              </a:defRPr>
            </a:lvl5pPr>
            <a:lvl6pPr algn="r">
              <a:defRPr sz="1125" b="0">
                <a:solidFill>
                  <a:srgbClr val="526170"/>
                </a:solidFill>
              </a:defRPr>
            </a:lvl6pPr>
            <a:lvl7pPr algn="r">
              <a:defRPr sz="1125" b="0">
                <a:solidFill>
                  <a:srgbClr val="526170"/>
                </a:solidFill>
              </a:defRPr>
            </a:lvl7pPr>
            <a:lvl8pPr algn="r">
              <a:defRPr sz="1125" b="0">
                <a:solidFill>
                  <a:srgbClr val="526170"/>
                </a:solidFill>
              </a:defRPr>
            </a:lvl8pPr>
            <a:lvl9pPr algn="r">
              <a:defRPr sz="1125" b="0">
                <a:solidFill>
                  <a:srgbClr val="526170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09</a:t>
            </a:r>
          </a:p>
        </p:txBody>
      </p:sp>
      <p:sp>
        <p:nvSpPr>
          <p:cNvPr id="4" name="outcomes-title">
            <a:extLst xmlns:a="http://schemas.openxmlformats.org/drawingml/2006/main">
              <a:ext uri="{FF2B5EF4-FFF2-40B4-BE49-F238E27FC236}">
                <a16:creationId xmlns:a16="http://schemas.microsoft.com/office/drawing/2014/main" id="{843A85B6-0B50-4660-B0F4-6303FB8B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237A78"/>
                </a:solidFill>
              </a:defRPr>
            </a:defPPr>
            <a:lvl1pPr algn="l">
              <a:defRPr sz="2100" b="1">
                <a:solidFill>
                  <a:srgbClr val="237A78"/>
                </a:solidFill>
              </a:defRPr>
            </a:lvl1pPr>
            <a:lvl2pPr algn="l">
              <a:defRPr sz="2100" b="1">
                <a:solidFill>
                  <a:srgbClr val="237A78"/>
                </a:solidFill>
              </a:defRPr>
            </a:lvl2pPr>
            <a:lvl3pPr algn="l">
              <a:defRPr sz="2100" b="1">
                <a:solidFill>
                  <a:srgbClr val="237A78"/>
                </a:solidFill>
              </a:defRPr>
            </a:lvl3pPr>
            <a:lvl4pPr algn="l">
              <a:defRPr sz="2100" b="1">
                <a:solidFill>
                  <a:srgbClr val="237A78"/>
                </a:solidFill>
              </a:defRPr>
            </a:lvl4pPr>
            <a:lvl5pPr algn="l">
              <a:defRPr sz="2100" b="1">
                <a:solidFill>
                  <a:srgbClr val="237A78"/>
                </a:solidFill>
              </a:defRPr>
            </a:lvl5pPr>
            <a:lvl6pPr algn="l">
              <a:defRPr sz="2100" b="1">
                <a:solidFill>
                  <a:srgbClr val="237A78"/>
                </a:solidFill>
              </a:defRPr>
            </a:lvl6pPr>
            <a:lvl7pPr algn="l">
              <a:defRPr sz="2100" b="1">
                <a:solidFill>
                  <a:srgbClr val="237A78"/>
                </a:solidFill>
              </a:defRPr>
            </a:lvl7pPr>
            <a:lvl8pPr algn="l">
              <a:defRPr sz="2100" b="1">
                <a:solidFill>
                  <a:srgbClr val="237A78"/>
                </a:solidFill>
              </a:defRPr>
            </a:lvl8pPr>
            <a:lvl9pPr algn="l">
              <a:defRPr sz="2100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7A78"/>
                </a:solidFill>
              </a:defRPr>
            </a:pPr>
            <a:r>
              <a:rPr sz="2100" b="1">
                <a:solidFill>
                  <a:srgbClr val="237A78"/>
                </a:solidFill>
              </a:rPr>
              <a:t>Результат проекта</a:t>
            </a:r>
          </a:p>
        </p:txBody>
      </p:sp>
      <p:sp>
        <p:nvSpPr>
          <p:cNvPr id="5" name="outcomes">
            <a:extLst xmlns:a="http://schemas.openxmlformats.org/drawingml/2006/main">
              <a:ext uri="{FF2B5EF4-FFF2-40B4-BE49-F238E27FC236}">
                <a16:creationId xmlns:a16="http://schemas.microsoft.com/office/drawing/2014/main" id="{2FCC7E83-0A4D-4475-AD49-C1F977B1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4762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7212B"/>
                </a:solidFill>
              </a:defRPr>
            </a:defPPr>
            <a:lvl1pPr algn="l">
              <a:defRPr sz="1725" b="0">
                <a:solidFill>
                  <a:srgbClr val="17212B"/>
                </a:solidFill>
              </a:defRPr>
            </a:lvl1pPr>
            <a:lvl2pPr algn="l">
              <a:defRPr sz="1725" b="0">
                <a:solidFill>
                  <a:srgbClr val="17212B"/>
                </a:solidFill>
              </a:defRPr>
            </a:lvl2pPr>
            <a:lvl3pPr algn="l">
              <a:defRPr sz="1725" b="0">
                <a:solidFill>
                  <a:srgbClr val="17212B"/>
                </a:solidFill>
              </a:defRPr>
            </a:lvl3pPr>
            <a:lvl4pPr algn="l">
              <a:defRPr sz="1725" b="0">
                <a:solidFill>
                  <a:srgbClr val="17212B"/>
                </a:solidFill>
              </a:defRPr>
            </a:lvl4pPr>
            <a:lvl5pPr algn="l">
              <a:defRPr sz="1725" b="0">
                <a:solidFill>
                  <a:srgbClr val="17212B"/>
                </a:solidFill>
              </a:defRPr>
            </a:lvl5pPr>
            <a:lvl6pPr algn="l">
              <a:defRPr sz="1725" b="0">
                <a:solidFill>
                  <a:srgbClr val="17212B"/>
                </a:solidFill>
              </a:defRPr>
            </a:lvl6pPr>
            <a:lvl7pPr algn="l">
              <a:defRPr sz="1725" b="0">
                <a:solidFill>
                  <a:srgbClr val="17212B"/>
                </a:solidFill>
              </a:defRPr>
            </a:lvl7pPr>
            <a:lvl8pPr algn="l">
              <a:defRPr sz="1725" b="0">
                <a:solidFill>
                  <a:srgbClr val="17212B"/>
                </a:solidFill>
              </a:defRPr>
            </a:lvl8pPr>
            <a:lvl9pPr algn="l">
              <a:defRPr sz="17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• Обоснован гибридный стиль интеграции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• Описаны компоненты и контракты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• Реализованы резерв, оплата и дедупликация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• Подготовлены проверки ключевых ошибок</a:t>
            </a:r>
          </a:p>
        </p:txBody>
      </p:sp>
      <p:sp>
        <p:nvSpPr>
          <p:cNvPr id="6" name="next-title">
            <a:extLst xmlns:a="http://schemas.openxmlformats.org/drawingml/2006/main">
              <a:ext uri="{FF2B5EF4-FFF2-40B4-BE49-F238E27FC236}">
                <a16:creationId xmlns:a16="http://schemas.microsoft.com/office/drawing/2014/main" id="{547E3CE1-9657-4E2B-8651-F5BCF169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71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237A78"/>
                </a:solidFill>
              </a:defRPr>
            </a:defPPr>
            <a:lvl1pPr algn="l">
              <a:defRPr sz="2100" b="1">
                <a:solidFill>
                  <a:srgbClr val="237A78"/>
                </a:solidFill>
              </a:defRPr>
            </a:lvl1pPr>
            <a:lvl2pPr algn="l">
              <a:defRPr sz="2100" b="1">
                <a:solidFill>
                  <a:srgbClr val="237A78"/>
                </a:solidFill>
              </a:defRPr>
            </a:lvl2pPr>
            <a:lvl3pPr algn="l">
              <a:defRPr sz="2100" b="1">
                <a:solidFill>
                  <a:srgbClr val="237A78"/>
                </a:solidFill>
              </a:defRPr>
            </a:lvl3pPr>
            <a:lvl4pPr algn="l">
              <a:defRPr sz="2100" b="1">
                <a:solidFill>
                  <a:srgbClr val="237A78"/>
                </a:solidFill>
              </a:defRPr>
            </a:lvl4pPr>
            <a:lvl5pPr algn="l">
              <a:defRPr sz="2100" b="1">
                <a:solidFill>
                  <a:srgbClr val="237A78"/>
                </a:solidFill>
              </a:defRPr>
            </a:lvl5pPr>
            <a:lvl6pPr algn="l">
              <a:defRPr sz="2100" b="1">
                <a:solidFill>
                  <a:srgbClr val="237A78"/>
                </a:solidFill>
              </a:defRPr>
            </a:lvl6pPr>
            <a:lvl7pPr algn="l">
              <a:defRPr sz="2100" b="1">
                <a:solidFill>
                  <a:srgbClr val="237A78"/>
                </a:solidFill>
              </a:defRPr>
            </a:lvl7pPr>
            <a:lvl8pPr algn="l">
              <a:defRPr sz="2100" b="1">
                <a:solidFill>
                  <a:srgbClr val="237A78"/>
                </a:solidFill>
              </a:defRPr>
            </a:lvl8pPr>
            <a:lvl9pPr algn="l">
              <a:defRPr sz="2100" b="1">
                <a:solidFill>
                  <a:srgbClr val="237A78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7A78"/>
                </a:solidFill>
              </a:defRPr>
            </a:pPr>
            <a:r>
              <a:rPr sz="2100" b="1">
                <a:solidFill>
                  <a:srgbClr val="237A78"/>
                </a:solidFill>
              </a:rPr>
              <a:t>Перед пилотом</a:t>
            </a:r>
          </a:p>
        </p:txBody>
      </p:sp>
      <p:sp>
        <p:nvSpPr>
          <p:cNvPr id="7" name="next">
            <a:extLst xmlns:a="http://schemas.openxmlformats.org/drawingml/2006/main">
              <a:ext uri="{FF2B5EF4-FFF2-40B4-BE49-F238E27FC236}">
                <a16:creationId xmlns:a16="http://schemas.microsoft.com/office/drawing/2014/main" id="{2F91F8DE-8686-4D0B-BD1C-58BCB2B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4762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7212B"/>
                </a:solidFill>
              </a:defRPr>
            </a:defPPr>
            <a:lvl1pPr algn="l">
              <a:defRPr sz="1725" b="0">
                <a:solidFill>
                  <a:srgbClr val="17212B"/>
                </a:solidFill>
              </a:defRPr>
            </a:lvl1pPr>
            <a:lvl2pPr algn="l">
              <a:defRPr sz="1725" b="0">
                <a:solidFill>
                  <a:srgbClr val="17212B"/>
                </a:solidFill>
              </a:defRPr>
            </a:lvl2pPr>
            <a:lvl3pPr algn="l">
              <a:defRPr sz="1725" b="0">
                <a:solidFill>
                  <a:srgbClr val="17212B"/>
                </a:solidFill>
              </a:defRPr>
            </a:lvl3pPr>
            <a:lvl4pPr algn="l">
              <a:defRPr sz="1725" b="0">
                <a:solidFill>
                  <a:srgbClr val="17212B"/>
                </a:solidFill>
              </a:defRPr>
            </a:lvl4pPr>
            <a:lvl5pPr algn="l">
              <a:defRPr sz="1725" b="0">
                <a:solidFill>
                  <a:srgbClr val="17212B"/>
                </a:solidFill>
              </a:defRPr>
            </a:lvl5pPr>
            <a:lvl6pPr algn="l">
              <a:defRPr sz="1725" b="0">
                <a:solidFill>
                  <a:srgbClr val="17212B"/>
                </a:solidFill>
              </a:defRPr>
            </a:lvl6pPr>
            <a:lvl7pPr algn="l">
              <a:defRPr sz="1725" b="0">
                <a:solidFill>
                  <a:srgbClr val="17212B"/>
                </a:solidFill>
              </a:defRPr>
            </a:lvl7pPr>
            <a:lvl8pPr algn="l">
              <a:defRPr sz="1725" b="0">
                <a:solidFill>
                  <a:srgbClr val="17212B"/>
                </a:solidFill>
              </a:defRPr>
            </a:lvl8pPr>
            <a:lvl9pPr algn="l">
              <a:defRPr sz="17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• Подключить реальные системы через адаптеры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• Развернуть брокер и настроить DLQ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• Добавить TLS, доступ и наблюдаемость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• Согласовать SLA и проверить нагрузку</a:t>
            </a:r>
          </a:p>
        </p:txBody>
      </p:sp>
      <p:sp>
        <p:nvSpPr>
          <p:cNvPr id="8" name="closing">
            <a:extLst xmlns:a="http://schemas.openxmlformats.org/drawingml/2006/main">
              <a:ext uri="{FF2B5EF4-FFF2-40B4-BE49-F238E27FC236}">
                <a16:creationId xmlns:a16="http://schemas.microsoft.com/office/drawing/2014/main" id="{B401F776-1CE2-4467-8F41-47375A2C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7324D"/>
                </a:solidFill>
              </a:defRPr>
            </a:defPPr>
            <a:lvl1pPr algn="ctr">
              <a:defRPr sz="1575" b="1">
                <a:solidFill>
                  <a:srgbClr val="17324D"/>
                </a:solidFill>
              </a:defRPr>
            </a:lvl1pPr>
            <a:lvl2pPr algn="ctr">
              <a:defRPr sz="1575" b="1">
                <a:solidFill>
                  <a:srgbClr val="17324D"/>
                </a:solidFill>
              </a:defRPr>
            </a:lvl2pPr>
            <a:lvl3pPr algn="ctr">
              <a:defRPr sz="1575" b="1">
                <a:solidFill>
                  <a:srgbClr val="17324D"/>
                </a:solidFill>
              </a:defRPr>
            </a:lvl3pPr>
            <a:lvl4pPr algn="ctr">
              <a:defRPr sz="1575" b="1">
                <a:solidFill>
                  <a:srgbClr val="17324D"/>
                </a:solidFill>
              </a:defRPr>
            </a:lvl4pPr>
            <a:lvl5pPr algn="ctr">
              <a:defRPr sz="1575" b="1">
                <a:solidFill>
                  <a:srgbClr val="17324D"/>
                </a:solidFill>
              </a:defRPr>
            </a:lvl5pPr>
            <a:lvl6pPr algn="ctr">
              <a:defRPr sz="1575" b="1">
                <a:solidFill>
                  <a:srgbClr val="17324D"/>
                </a:solidFill>
              </a:defRPr>
            </a:lvl6pPr>
            <a:lvl7pPr algn="ctr">
              <a:defRPr sz="1575" b="1">
                <a:solidFill>
                  <a:srgbClr val="17324D"/>
                </a:solidFill>
              </a:defRPr>
            </a:lvl7pPr>
            <a:lvl8pPr algn="ctr">
              <a:defRPr sz="1575" b="1">
                <a:solidFill>
                  <a:srgbClr val="17324D"/>
                </a:solidFill>
              </a:defRPr>
            </a:lvl8pPr>
            <a:lvl9pPr algn="ctr"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Промышленная окупаемость требует исходных данных предприятия и результатов пилота.</a:t>
            </a:r>
          </a:p>
        </p:txBody>
      </p:sp>
    </p:spTree>
    <p:extLst>
      <p:ext uri="{BB962C8B-B14F-4D97-AF65-F5344CB8AC3E}">
        <p14:creationId xmlns:p14="http://schemas.microsoft.com/office/powerpoint/2010/main" val="2086677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2026-10-28T10:30:30.8330000Z</dcterms:created>
  <dcterms:modified xsi:type="dcterms:W3CDTF">2026-10-28T10:30:30.8330000Z</dcterms:modified>
</coreProperties>
</file>